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03CC-9209-2FA1-97FE-7A8B974BB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57589-09C2-ACDB-A2B4-42DC349EC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3BD2B-C764-F68E-B0BE-D111CC75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3422D-CE84-13D6-204A-CDA9EB8A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DB432-458D-6E84-BE54-B5CEE6E2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7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27306-403E-4C6A-C51A-1FA79A60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B7013-E395-E358-5353-6DDFF6DDD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58536-645F-2296-8DB9-4AE7B8B0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D6956-3E38-9C9E-0DC6-B89E6210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28E22-6B93-C8C8-FA0E-1BB483E5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B901-6107-EB2D-68B9-9164FC60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2E3E2-5B83-0B54-2C18-2DDF66829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0AF33-22B8-A048-C719-69234DA0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2B21C-B0E7-6220-C40A-6C217642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D4F1-C955-465C-DF4F-156C9C94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2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9FEB-673C-1412-4F18-126DF5D7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1F539-0E3F-3AD4-5F48-C791A51A3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ED457-29CE-9D7D-757F-DC8B67F22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472D8-18A7-652F-8EE5-4BC2D0093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A0D9D-EFE6-84B2-400D-B1046D18B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52C7D-CCD5-8A14-CBD1-1D1584B4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0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46E64-69E4-8B32-2A73-129E02C03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85E74-453C-2214-DF11-09CF17D70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8B0F5-F56C-02B2-C729-308DDE64E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C2026F-7F5E-D6AF-12C2-060D8A3A2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E3035-7F4D-C314-B06D-27FA7FE4E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8D1996-BB90-DD29-1880-6980A985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31FD81-6FBF-B65F-C07F-859E9A561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E85CCC-354B-FE28-6ED5-69F1D737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8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8A17-CA74-C502-B0B5-3745B1D9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C3759-0AE4-A4F8-1DCF-578B2A55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A4C5CB-DFD5-F778-9EF7-E45EFE1C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81EF5-9E59-0142-A245-037F9D9E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1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8D807-A455-DB75-6770-4BD76643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17B45-531C-B846-955C-0811F4DD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A8B89-3A6A-7D7A-4EF3-B827EBE2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56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6092-94EA-044B-B5FE-CA9D5D791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3D96-3D6F-8993-A624-312F7B5A7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FD286-D039-B130-1CAE-CA27A3E3B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C8387-2566-E7BF-93A2-2FE3A6E0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9C140-961F-58AE-5CDB-10A419D3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C2181-BBA1-A165-0ADD-CD563965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4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7A5C-0943-954B-AFA8-D5C120D09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765BC-583B-5A77-A4CD-BB0AC4616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48DF1-F6AF-C325-A93D-8E79F99F8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3A4CE-4BB1-2745-1AD3-1D870FA0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52198-D941-C259-9849-3E2AA8D6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D031E-4B2F-BC9D-F8D0-BBCE029B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5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57D2-E07A-EC12-DB35-77B17B2D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2B78D-F26D-D223-9E39-85C0F9141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5C66A-816C-76CC-2210-6A05A473F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A0724-C15D-928A-583B-AECC61DC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302A7-6079-865F-1B2E-02E09115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52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276056-7003-3623-C76C-D962849438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71496-0FD3-9364-C28A-E21F90EC5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E143E-4887-490F-3BA7-2F2504D4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FFDBE-EE5A-5D0F-85AD-EAB5E9A3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478B6-66C1-EBF4-5B9A-F84CA7F8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8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29FE31-2E43-FED2-AA59-0242A57CC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65C1B-6E64-44A3-9B97-74C7DA30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6C65A-2CE9-4E25-A70C-240FD9FBD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20B12-0D7B-4FF9-B20F-3DB7E1BA5B6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F0793-2A8C-4F5E-588B-B62CE957C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79645-DE4E-16CA-2F91-5E673049F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2B930-D6AB-464E-AA2D-B62AA8157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6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072DB-DBF4-5636-15F3-39B5EB72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A43506-05F2-887F-BE76-C81EF6B125EF}"/>
              </a:ext>
            </a:extLst>
          </p:cNvPr>
          <p:cNvSpPr txBox="1"/>
          <p:nvPr/>
        </p:nvSpPr>
        <p:spPr>
          <a:xfrm>
            <a:off x="1681759" y="1728867"/>
            <a:ext cx="201529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Everything</a:t>
            </a:r>
          </a:p>
          <a:p>
            <a:pPr algn="ctr"/>
            <a:r>
              <a:rPr lang="en-US" sz="1050" dirty="0"/>
              <a:t>All data captured in the system.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A9D821-7C91-A939-3047-283316B10981}"/>
              </a:ext>
            </a:extLst>
          </p:cNvPr>
          <p:cNvSpPr txBox="1"/>
          <p:nvPr/>
        </p:nvSpPr>
        <p:spPr>
          <a:xfrm>
            <a:off x="4570740" y="1561676"/>
            <a:ext cx="186882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Program- or contract-specific</a:t>
            </a:r>
          </a:p>
          <a:p>
            <a:pPr algn="ctr"/>
            <a:r>
              <a:rPr lang="en-US" sz="1050" dirty="0"/>
              <a:t>Data of interest as defined by data requirements for an agreed upon set of measures.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C2AB0-2E20-4076-6592-D36150B2ED31}"/>
              </a:ext>
            </a:extLst>
          </p:cNvPr>
          <p:cNvSpPr txBox="1"/>
          <p:nvPr/>
        </p:nvSpPr>
        <p:spPr>
          <a:xfrm>
            <a:off x="7313249" y="1723258"/>
            <a:ext cx="1746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Measure-specific</a:t>
            </a:r>
          </a:p>
          <a:p>
            <a:pPr algn="ctr"/>
            <a:r>
              <a:rPr lang="en-US" sz="1050" dirty="0"/>
              <a:t>Data of interest as defined by the data requirements for a single measure. 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8D42D220-CF3E-0EB0-8E45-85470FFEA9A5}"/>
              </a:ext>
            </a:extLst>
          </p:cNvPr>
          <p:cNvSpPr/>
          <p:nvPr/>
        </p:nvSpPr>
        <p:spPr>
          <a:xfrm rot="16200000">
            <a:off x="5290504" y="1591154"/>
            <a:ext cx="429296" cy="5412364"/>
          </a:xfrm>
          <a:prstGeom prst="leftBrace">
            <a:avLst>
              <a:gd name="adj1" fmla="val 57063"/>
              <a:gd name="adj2" fmla="val 50000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CE4F54-C389-5472-51C8-BD864564EFFE}"/>
              </a:ext>
            </a:extLst>
          </p:cNvPr>
          <p:cNvSpPr txBox="1"/>
          <p:nvPr/>
        </p:nvSpPr>
        <p:spPr>
          <a:xfrm>
            <a:off x="4516348" y="4567436"/>
            <a:ext cx="1977608" cy="3657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Scope Continuum</a:t>
            </a:r>
          </a:p>
        </p:txBody>
      </p:sp>
      <p:pic>
        <p:nvPicPr>
          <p:cNvPr id="15" name="Picture 2" descr="Measure - Free edit tools icons">
            <a:extLst>
              <a:ext uri="{FF2B5EF4-FFF2-40B4-BE49-F238E27FC236}">
                <a16:creationId xmlns:a16="http://schemas.microsoft.com/office/drawing/2014/main" id="{BB0B3A0A-7047-5C85-96E6-E53050799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00626" y="2720840"/>
            <a:ext cx="971332" cy="94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Contract Icon SVG Vector &amp; PNG Free Download | UXWing">
            <a:extLst>
              <a:ext uri="{FF2B5EF4-FFF2-40B4-BE49-F238E27FC236}">
                <a16:creationId xmlns:a16="http://schemas.microsoft.com/office/drawing/2014/main" id="{F3A240DE-7DA5-A88F-3EA9-880B85027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385" y="2960085"/>
            <a:ext cx="857535" cy="94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Kitchen Sink Icons - Free SVG &amp; PNG Kitchen Sink Images - Noun Project">
            <a:extLst>
              <a:ext uri="{FF2B5EF4-FFF2-40B4-BE49-F238E27FC236}">
                <a16:creationId xmlns:a16="http://schemas.microsoft.com/office/drawing/2014/main" id="{ADCA77D7-99F1-3A65-4151-DD38ADFBE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177" y="2720840"/>
            <a:ext cx="1071503" cy="104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52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4566</TotalTime>
  <Words>44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 Seeman</dc:creator>
  <cp:lastModifiedBy>Jen Seeman</cp:lastModifiedBy>
  <cp:revision>5</cp:revision>
  <dcterms:created xsi:type="dcterms:W3CDTF">2026-05-18T17:53:56Z</dcterms:created>
  <dcterms:modified xsi:type="dcterms:W3CDTF">2026-06-01T16:06:39Z</dcterms:modified>
</cp:coreProperties>
</file>