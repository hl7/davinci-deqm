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32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7315EF-FF6A-F328-CE89-8E7AFD89AB01}" name="Danny McLean" initials="DM" userId="S::DMCLEAN@MITRE.ORG::78922457-c00a-49d2-9811-234b220cd3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E8BE"/>
    <a:srgbClr val="F6C8BA"/>
    <a:srgbClr val="BAF3FE"/>
    <a:srgbClr val="02BFE7"/>
    <a:srgbClr val="96D9EE"/>
    <a:srgbClr val="016074"/>
    <a:srgbClr val="A0EEFE"/>
    <a:srgbClr val="BDDDE6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45" autoAdjust="0"/>
  </p:normalViewPr>
  <p:slideViewPr>
    <p:cSldViewPr snapToGrid="0">
      <p:cViewPr>
        <p:scale>
          <a:sx n="109" d="100"/>
          <a:sy n="109" d="100"/>
        </p:scale>
        <p:origin x="96" y="1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40160-3557-46E9-B12A-FA29CC0317CC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3AE76-7CE6-4FD4-BF10-3E6F49AC9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7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96B1-0C5F-D442-B161-73D2B37C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7921E-C74E-CA8B-C846-F9005150D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D08C3-226A-07B6-5924-A6BB187E2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A48CE-56D2-6895-2698-C8250EADD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3AE76-7CE6-4FD4-BF10-3E6F49AC97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63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2CB6-4220-FE92-8F83-CE5321FE1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100A7-2E64-4AB0-BB03-07880292E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E49F8-4CAE-79F4-05BA-EFDABE37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5732-4E7D-9177-01B2-1944A13C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6A90F-7D5A-B707-2EB7-AEE8D8CB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6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34F2-38FA-7E0F-61E3-47B4A7C1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A7630-0EB5-74B7-2787-51A9AB72F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76FE3-2731-928E-7ADD-E0C40B93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8805F-9188-9B5D-FB29-232BBEAB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0EFFE-A157-DD37-E6D8-1B003BD7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4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C7B7-8A92-8251-2D1A-55BCB227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ABA39-4811-9B76-5A0B-FD9C29C58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6751B-F240-92F3-16AD-575AB772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A0EA-56D4-68C2-A644-C7B14755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64534-6DC3-CDC9-AFB0-7DE32E4C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D099-233F-D821-216A-B3E56DBC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BC3A-C0A1-BFAB-8750-A7AB9351E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5A098-83CE-FD3D-89A6-B4CE1633A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685FC-CD63-2DE0-4BB7-15F8A863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79E31-EC1B-CC38-65DA-27735F4C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025AB-03E0-95F2-1CC4-89C6FCD4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8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1F42-8C10-2D88-2ECD-EA90A408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CA209-9072-D5D6-E547-0D824B692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96452-C5B0-B1FA-3009-AF1116EBE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F5CC5-CC91-7201-BD72-A5DF9D000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93050-77BA-40A3-5B87-01EF71F10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EEECA-1C97-E382-7FB1-9B49A035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DC898-37EE-A4E9-7C2A-A57BBC41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5DA9E-2AAF-A60A-8A98-CB95A344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AB5D-7A4C-6080-3EE3-C3EC8254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EF13-FD20-E4CD-1C8D-5208276B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61FF5-7DC7-96D0-0FD2-9DC3E3A2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C42CD-7B78-E9F3-C5B8-593F8E0F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00286-94F2-7981-26D8-BF4D9CCC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9B683-1AB8-E185-E3AD-9FD072A7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8B441-73BE-1DC4-1BAB-9F494D52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2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C958-A5AE-3949-AE13-A96EA9B0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4AE7D-4387-AB7F-E3EF-4AA6D7AD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B9F26-AE8A-0806-C5DF-16BE72B5D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2C7F6-F093-23B2-BEB7-B7DEEBC4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12D37-7774-929A-63D8-89FE6011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96C4E-A2A2-91A5-95C3-45BF838B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3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890-606F-5F7F-475C-65E536D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ABF82-1939-F582-B3EC-7D3E312B2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FB41A-CB2D-73E9-3B92-33F35C439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9F85-4194-9BC6-1017-6CC0FD6C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BEDF-AFC9-1CB5-C9DB-5F43BC17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A93D-E196-2CC8-9B55-06E8022A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0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4115-86DF-555F-B555-924DD353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6E59D-38B6-19AF-5D99-AD0D8D0FD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2BE2F-509E-8407-C012-4294995C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BBD12-889E-E755-BC5F-454FCD85E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6839-3FAE-7CF6-B3D0-98C33B67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23C52-52BF-5CB0-F2EF-CEDC4DEA4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3E897-152F-B375-84CF-52F2BA3BC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C2CE-289A-0404-98C1-32E817A0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2243F-31A1-69AB-64E4-D8F52371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1970-D8C5-8EC6-1E1E-D560EBF4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1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B543B-92E0-DCD9-95C3-F1F6A3D7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788D6-9DFF-F4C1-4583-B5AD76E00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0725D-19A7-2308-3ED8-C5D6DF5E9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44D44-1024-4469-AE15-8579882DE1A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2CFD-D523-6967-93DA-07B5E756D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92614-0C2E-3E43-3224-7EABC449F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2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0CF7-A50D-FC63-E498-407E4602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artial Circle 361">
            <a:extLst>
              <a:ext uri="{FF2B5EF4-FFF2-40B4-BE49-F238E27FC236}">
                <a16:creationId xmlns:a16="http://schemas.microsoft.com/office/drawing/2014/main" id="{39A5CBE8-9C76-55B1-83E9-2D5E1E88638D}"/>
              </a:ext>
            </a:extLst>
          </p:cNvPr>
          <p:cNvSpPr/>
          <p:nvPr/>
        </p:nvSpPr>
        <p:spPr>
          <a:xfrm>
            <a:off x="3822065" y="784776"/>
            <a:ext cx="4528223" cy="4528223"/>
          </a:xfrm>
          <a:prstGeom prst="pie">
            <a:avLst>
              <a:gd name="adj1" fmla="val 10779579"/>
              <a:gd name="adj2" fmla="val 16215157"/>
            </a:avLst>
          </a:prstGeom>
          <a:solidFill>
            <a:srgbClr val="96D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4" name="Partial Circle 363">
            <a:extLst>
              <a:ext uri="{FF2B5EF4-FFF2-40B4-BE49-F238E27FC236}">
                <a16:creationId xmlns:a16="http://schemas.microsoft.com/office/drawing/2014/main" id="{2593A201-5383-3D1E-ED4C-EAA59DD7C569}"/>
              </a:ext>
            </a:extLst>
          </p:cNvPr>
          <p:cNvSpPr/>
          <p:nvPr/>
        </p:nvSpPr>
        <p:spPr>
          <a:xfrm rot="5400000">
            <a:off x="3821949" y="777156"/>
            <a:ext cx="4528223" cy="4528223"/>
          </a:xfrm>
          <a:prstGeom prst="pie">
            <a:avLst>
              <a:gd name="adj1" fmla="val 10809777"/>
              <a:gd name="adj2" fmla="val 16200000"/>
            </a:avLst>
          </a:prstGeom>
          <a:solidFill>
            <a:srgbClr val="BAF3FE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1" name="Inhaltsplatzhalter 4">
            <a:extLst>
              <a:ext uri="{FF2B5EF4-FFF2-40B4-BE49-F238E27FC236}">
                <a16:creationId xmlns:a16="http://schemas.microsoft.com/office/drawing/2014/main" id="{87F3EAEB-A59F-A76A-E6B9-3F2856D89E41}"/>
              </a:ext>
            </a:extLst>
          </p:cNvPr>
          <p:cNvSpPr txBox="1">
            <a:spLocks/>
          </p:cNvSpPr>
          <p:nvPr/>
        </p:nvSpPr>
        <p:spPr>
          <a:xfrm rot="2767467">
            <a:off x="4833204" y="1299298"/>
            <a:ext cx="3252765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5158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  Guidelines     </a:t>
            </a:r>
            <a:r>
              <a:rPr lang="en-US" sz="1500" b="1" spc="-20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Decision Support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FD395ED-053F-6AC3-4676-E70B0E8DE2DC}"/>
              </a:ext>
            </a:extLst>
          </p:cNvPr>
          <p:cNvSpPr txBox="1">
            <a:spLocks/>
          </p:cNvSpPr>
          <p:nvPr/>
        </p:nvSpPr>
        <p:spPr>
          <a:xfrm rot="2869509">
            <a:off x="4953571" y="1045935"/>
            <a:ext cx="3590416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62968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20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KNOWLEDGE</a:t>
            </a:r>
            <a:endParaRPr lang="en-US" sz="1200" b="1" spc="-3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369" name="Partial Circle 368">
            <a:extLst>
              <a:ext uri="{FF2B5EF4-FFF2-40B4-BE49-F238E27FC236}">
                <a16:creationId xmlns:a16="http://schemas.microsoft.com/office/drawing/2014/main" id="{D6B7385F-E5CD-AD23-B22B-4F18DD138399}"/>
              </a:ext>
            </a:extLst>
          </p:cNvPr>
          <p:cNvSpPr/>
          <p:nvPr/>
        </p:nvSpPr>
        <p:spPr>
          <a:xfrm rot="16200000">
            <a:off x="3832117" y="783598"/>
            <a:ext cx="4528223" cy="4528223"/>
          </a:xfrm>
          <a:prstGeom prst="pie">
            <a:avLst>
              <a:gd name="adj1" fmla="val 10785296"/>
              <a:gd name="adj2" fmla="val 16184639"/>
            </a:avLst>
          </a:prstGeom>
          <a:solidFill>
            <a:srgbClr val="C3E8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7" name="Partial Circle 366">
            <a:extLst>
              <a:ext uri="{FF2B5EF4-FFF2-40B4-BE49-F238E27FC236}">
                <a16:creationId xmlns:a16="http://schemas.microsoft.com/office/drawing/2014/main" id="{41CF2B4A-3CC5-F465-066E-D7E14663EA47}"/>
              </a:ext>
            </a:extLst>
          </p:cNvPr>
          <p:cNvSpPr/>
          <p:nvPr/>
        </p:nvSpPr>
        <p:spPr>
          <a:xfrm rot="10800000">
            <a:off x="3835929" y="780593"/>
            <a:ext cx="4528223" cy="4528223"/>
          </a:xfrm>
          <a:prstGeom prst="pie">
            <a:avLst>
              <a:gd name="adj1" fmla="val 10785296"/>
              <a:gd name="adj2" fmla="val 16199999"/>
            </a:avLst>
          </a:prstGeom>
          <a:solidFill>
            <a:srgbClr val="F6C8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3CF53A5B-3D3F-02B8-2F1E-CF9F1C8DA4BF}"/>
              </a:ext>
            </a:extLst>
          </p:cNvPr>
          <p:cNvSpPr/>
          <p:nvPr/>
        </p:nvSpPr>
        <p:spPr>
          <a:xfrm>
            <a:off x="3822065" y="786036"/>
            <a:ext cx="4533274" cy="4533274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Inhaltsplatzhalter 4">
            <a:extLst>
              <a:ext uri="{FF2B5EF4-FFF2-40B4-BE49-F238E27FC236}">
                <a16:creationId xmlns:a16="http://schemas.microsoft.com/office/drawing/2014/main" id="{6267F3DA-4FE1-A086-46F0-D796C86D7910}"/>
              </a:ext>
            </a:extLst>
          </p:cNvPr>
          <p:cNvSpPr txBox="1">
            <a:spLocks/>
          </p:cNvSpPr>
          <p:nvPr/>
        </p:nvSpPr>
        <p:spPr>
          <a:xfrm rot="18695748">
            <a:off x="4127826" y="1264219"/>
            <a:ext cx="3463093" cy="3098715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742144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Measurement      Analysis    </a:t>
            </a:r>
          </a:p>
        </p:txBody>
      </p:sp>
      <p:sp>
        <p:nvSpPr>
          <p:cNvPr id="394" name="Inhaltsplatzhalter 4">
            <a:extLst>
              <a:ext uri="{FF2B5EF4-FFF2-40B4-BE49-F238E27FC236}">
                <a16:creationId xmlns:a16="http://schemas.microsoft.com/office/drawing/2014/main" id="{92008CE3-C8D3-B6C7-BCB5-50E34B78DE57}"/>
              </a:ext>
            </a:extLst>
          </p:cNvPr>
          <p:cNvSpPr txBox="1">
            <a:spLocks/>
          </p:cNvSpPr>
          <p:nvPr/>
        </p:nvSpPr>
        <p:spPr>
          <a:xfrm rot="18832379">
            <a:off x="4851767" y="2210134"/>
            <a:ext cx="3567932" cy="2726722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278453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Clinical Care        </a:t>
            </a:r>
            <a:r>
              <a:rPr lang="en-US" sz="1500" b="1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Integration      </a:t>
            </a:r>
          </a:p>
        </p:txBody>
      </p:sp>
      <p:sp>
        <p:nvSpPr>
          <p:cNvPr id="397" name="Inhaltsplatzhalter 4">
            <a:extLst>
              <a:ext uri="{FF2B5EF4-FFF2-40B4-BE49-F238E27FC236}">
                <a16:creationId xmlns:a16="http://schemas.microsoft.com/office/drawing/2014/main" id="{291A5D50-9235-0D38-934B-9766B0649C05}"/>
              </a:ext>
            </a:extLst>
          </p:cNvPr>
          <p:cNvSpPr txBox="1">
            <a:spLocks/>
          </p:cNvSpPr>
          <p:nvPr/>
        </p:nvSpPr>
        <p:spPr>
          <a:xfrm rot="2593971">
            <a:off x="3791566" y="22198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301194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Reporting         Collection     </a:t>
            </a:r>
          </a:p>
        </p:txBody>
      </p:sp>
      <p:sp>
        <p:nvSpPr>
          <p:cNvPr id="183" name="Inhaltsplatzhalter 4">
            <a:extLst>
              <a:ext uri="{FF2B5EF4-FFF2-40B4-BE49-F238E27FC236}">
                <a16:creationId xmlns:a16="http://schemas.microsoft.com/office/drawing/2014/main" id="{88C0B298-483A-5F57-83B7-8173322404DA}"/>
              </a:ext>
            </a:extLst>
          </p:cNvPr>
          <p:cNvSpPr txBox="1">
            <a:spLocks/>
          </p:cNvSpPr>
          <p:nvPr/>
        </p:nvSpPr>
        <p:spPr>
          <a:xfrm rot="19050900">
            <a:off x="3685248" y="1007092"/>
            <a:ext cx="3624478" cy="2883202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9803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016074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EVIDENCE</a:t>
            </a:r>
            <a:endParaRPr lang="en-US" sz="1200" b="1" spc="-20" dirty="0">
              <a:solidFill>
                <a:srgbClr val="016074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98DA0C47-D937-C02B-48E7-47CD88334085}"/>
              </a:ext>
            </a:extLst>
          </p:cNvPr>
          <p:cNvSpPr/>
          <p:nvPr/>
        </p:nvSpPr>
        <p:spPr>
          <a:xfrm rot="2700000">
            <a:off x="4300075" y="1266872"/>
            <a:ext cx="3571603" cy="3571601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CEFD1EA-C81A-7874-F73B-B994A187BE94}"/>
              </a:ext>
            </a:extLst>
          </p:cNvPr>
          <p:cNvGrpSpPr>
            <a:grpSpLocks noChangeAspect="1"/>
          </p:cNvGrpSpPr>
          <p:nvPr/>
        </p:nvGrpSpPr>
        <p:grpSpPr>
          <a:xfrm>
            <a:off x="7929203" y="4741453"/>
            <a:ext cx="575199" cy="468000"/>
            <a:chOff x="11113468" y="4674745"/>
            <a:chExt cx="587248" cy="477803"/>
          </a:xfrm>
          <a:solidFill>
            <a:srgbClr val="E7724F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3C341E1-39AB-1DEB-F502-66B0C1A6BEE3}"/>
                </a:ext>
              </a:extLst>
            </p:cNvPr>
            <p:cNvSpPr/>
            <p:nvPr/>
          </p:nvSpPr>
          <p:spPr>
            <a:xfrm>
              <a:off x="11378333" y="4930094"/>
              <a:ext cx="18398" cy="18527"/>
            </a:xfrm>
            <a:custGeom>
              <a:avLst/>
              <a:gdLst>
                <a:gd name="csX0" fmla="*/ 0 w 27146"/>
                <a:gd name="csY0" fmla="*/ 13621 h 27336"/>
                <a:gd name="csX1" fmla="*/ 13526 w 27146"/>
                <a:gd name="csY1" fmla="*/ 27337 h 27336"/>
                <a:gd name="csX2" fmla="*/ 27146 w 27146"/>
                <a:gd name="csY2" fmla="*/ 13621 h 27336"/>
                <a:gd name="csX3" fmla="*/ 13526 w 27146"/>
                <a:gd name="csY3" fmla="*/ 0 h 27336"/>
                <a:gd name="csX4" fmla="*/ 0 w 27146"/>
                <a:gd name="csY4" fmla="*/ 13621 h 27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146" h="27336">
                  <a:moveTo>
                    <a:pt x="0" y="13621"/>
                  </a:moveTo>
                  <a:cubicBezTo>
                    <a:pt x="0" y="21146"/>
                    <a:pt x="6096" y="27337"/>
                    <a:pt x="13526" y="27337"/>
                  </a:cubicBezTo>
                  <a:cubicBezTo>
                    <a:pt x="20955" y="27337"/>
                    <a:pt x="27146" y="21241"/>
                    <a:pt x="27146" y="13621"/>
                  </a:cubicBezTo>
                  <a:cubicBezTo>
                    <a:pt x="27146" y="6001"/>
                    <a:pt x="21050" y="0"/>
                    <a:pt x="13526" y="0"/>
                  </a:cubicBezTo>
                  <a:cubicBezTo>
                    <a:pt x="6001" y="0"/>
                    <a:pt x="0" y="6096"/>
                    <a:pt x="0" y="13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E9B80FE-1E04-0FDC-4B14-0938421756A5}"/>
                </a:ext>
              </a:extLst>
            </p:cNvPr>
            <p:cNvSpPr/>
            <p:nvPr/>
          </p:nvSpPr>
          <p:spPr>
            <a:xfrm>
              <a:off x="11240882" y="4674745"/>
              <a:ext cx="148505" cy="193377"/>
            </a:xfrm>
            <a:custGeom>
              <a:avLst/>
              <a:gdLst>
                <a:gd name="csX0" fmla="*/ 215764 w 219120"/>
                <a:gd name="csY0" fmla="*/ 125215 h 285329"/>
                <a:gd name="csX1" fmla="*/ 211859 w 219120"/>
                <a:gd name="csY1" fmla="*/ 121786 h 285329"/>
                <a:gd name="csX2" fmla="*/ 202905 w 219120"/>
                <a:gd name="csY2" fmla="*/ 40442 h 285329"/>
                <a:gd name="csX3" fmla="*/ 109655 w 219120"/>
                <a:gd name="csY3" fmla="*/ 56 h 285329"/>
                <a:gd name="csX4" fmla="*/ 37075 w 219120"/>
                <a:gd name="csY4" fmla="*/ 28822 h 285329"/>
                <a:gd name="csX5" fmla="*/ 14596 w 219120"/>
                <a:gd name="csY5" fmla="*/ 46157 h 285329"/>
                <a:gd name="csX6" fmla="*/ 7547 w 219120"/>
                <a:gd name="csY6" fmla="*/ 121690 h 285329"/>
                <a:gd name="csX7" fmla="*/ 3547 w 219120"/>
                <a:gd name="csY7" fmla="*/ 125215 h 285329"/>
                <a:gd name="csX8" fmla="*/ 4214 w 219120"/>
                <a:gd name="csY8" fmla="*/ 165220 h 285329"/>
                <a:gd name="csX9" fmla="*/ 23835 w 219120"/>
                <a:gd name="csY9" fmla="*/ 193033 h 285329"/>
                <a:gd name="csX10" fmla="*/ 31646 w 219120"/>
                <a:gd name="csY10" fmla="*/ 222370 h 285329"/>
                <a:gd name="csX11" fmla="*/ 31646 w 219120"/>
                <a:gd name="csY11" fmla="*/ 222655 h 285329"/>
                <a:gd name="csX12" fmla="*/ 109560 w 219120"/>
                <a:gd name="csY12" fmla="*/ 285330 h 285329"/>
                <a:gd name="csX13" fmla="*/ 187475 w 219120"/>
                <a:gd name="csY13" fmla="*/ 222655 h 285329"/>
                <a:gd name="csX14" fmla="*/ 187475 w 219120"/>
                <a:gd name="csY14" fmla="*/ 222370 h 285329"/>
                <a:gd name="csX15" fmla="*/ 195285 w 219120"/>
                <a:gd name="csY15" fmla="*/ 193033 h 285329"/>
                <a:gd name="csX16" fmla="*/ 214907 w 219120"/>
                <a:gd name="csY16" fmla="*/ 165315 h 285329"/>
                <a:gd name="csX17" fmla="*/ 215573 w 219120"/>
                <a:gd name="csY17" fmla="*/ 125310 h 285329"/>
                <a:gd name="csX18" fmla="*/ 16310 w 219120"/>
                <a:gd name="csY18" fmla="*/ 129120 h 285329"/>
                <a:gd name="csX19" fmla="*/ 16310 w 219120"/>
                <a:gd name="csY19" fmla="*/ 129120 h 285329"/>
                <a:gd name="csX20" fmla="*/ 16310 w 219120"/>
                <a:gd name="csY20" fmla="*/ 129120 h 285329"/>
                <a:gd name="csX21" fmla="*/ 16310 w 219120"/>
                <a:gd name="csY21" fmla="*/ 129120 h 285329"/>
                <a:gd name="csX22" fmla="*/ 190618 w 219120"/>
                <a:gd name="csY22" fmla="*/ 192652 h 285329"/>
                <a:gd name="csX23" fmla="*/ 190618 w 219120"/>
                <a:gd name="csY23" fmla="*/ 192652 h 285329"/>
                <a:gd name="csX24" fmla="*/ 190618 w 219120"/>
                <a:gd name="csY24" fmla="*/ 192652 h 285329"/>
                <a:gd name="csX25" fmla="*/ 190618 w 219120"/>
                <a:gd name="csY25" fmla="*/ 192652 h 285329"/>
                <a:gd name="csX26" fmla="*/ 191666 w 219120"/>
                <a:gd name="csY26" fmla="*/ 188175 h 285329"/>
                <a:gd name="csX27" fmla="*/ 191094 w 219120"/>
                <a:gd name="csY27" fmla="*/ 190366 h 285329"/>
                <a:gd name="csX28" fmla="*/ 192332 w 219120"/>
                <a:gd name="csY28" fmla="*/ 184365 h 285329"/>
                <a:gd name="csX29" fmla="*/ 191666 w 219120"/>
                <a:gd name="csY29" fmla="*/ 188175 h 285329"/>
                <a:gd name="csX30" fmla="*/ 199000 w 219120"/>
                <a:gd name="csY30" fmla="*/ 160267 h 285329"/>
                <a:gd name="csX31" fmla="*/ 192237 w 219120"/>
                <a:gd name="csY31" fmla="*/ 175983 h 285329"/>
                <a:gd name="csX32" fmla="*/ 191666 w 219120"/>
                <a:gd name="csY32" fmla="*/ 175983 h 285329"/>
                <a:gd name="csX33" fmla="*/ 180331 w 219120"/>
                <a:gd name="csY33" fmla="*/ 184746 h 285329"/>
                <a:gd name="csX34" fmla="*/ 171473 w 219120"/>
                <a:gd name="csY34" fmla="*/ 217893 h 285329"/>
                <a:gd name="csX35" fmla="*/ 109655 w 219120"/>
                <a:gd name="csY35" fmla="*/ 268566 h 285329"/>
                <a:gd name="csX36" fmla="*/ 47838 w 219120"/>
                <a:gd name="csY36" fmla="*/ 217893 h 285329"/>
                <a:gd name="csX37" fmla="*/ 38980 w 219120"/>
                <a:gd name="csY37" fmla="*/ 184651 h 285329"/>
                <a:gd name="csX38" fmla="*/ 27645 w 219120"/>
                <a:gd name="csY38" fmla="*/ 175983 h 285329"/>
                <a:gd name="csX39" fmla="*/ 27074 w 219120"/>
                <a:gd name="csY39" fmla="*/ 175983 h 285329"/>
                <a:gd name="csX40" fmla="*/ 20311 w 219120"/>
                <a:gd name="csY40" fmla="*/ 160362 h 285329"/>
                <a:gd name="csX41" fmla="*/ 16882 w 219120"/>
                <a:gd name="csY41" fmla="*/ 138550 h 285329"/>
                <a:gd name="csX42" fmla="*/ 23835 w 219120"/>
                <a:gd name="csY42" fmla="*/ 143788 h 285329"/>
                <a:gd name="csX43" fmla="*/ 24121 w 219120"/>
                <a:gd name="csY43" fmla="*/ 143788 h 285329"/>
                <a:gd name="csX44" fmla="*/ 25550 w 219120"/>
                <a:gd name="csY44" fmla="*/ 143979 h 285329"/>
                <a:gd name="csX45" fmla="*/ 28883 w 219120"/>
                <a:gd name="csY45" fmla="*/ 143026 h 285329"/>
                <a:gd name="csX46" fmla="*/ 32312 w 219120"/>
                <a:gd name="csY46" fmla="*/ 136549 h 285329"/>
                <a:gd name="csX47" fmla="*/ 57554 w 219120"/>
                <a:gd name="csY47" fmla="*/ 87972 h 285329"/>
                <a:gd name="csX48" fmla="*/ 63078 w 219120"/>
                <a:gd name="csY48" fmla="*/ 89782 h 285329"/>
                <a:gd name="csX49" fmla="*/ 109751 w 219120"/>
                <a:gd name="csY49" fmla="*/ 96259 h 285329"/>
                <a:gd name="csX50" fmla="*/ 109751 w 219120"/>
                <a:gd name="csY50" fmla="*/ 96259 h 285329"/>
                <a:gd name="csX51" fmla="*/ 156423 w 219120"/>
                <a:gd name="csY51" fmla="*/ 89782 h 285329"/>
                <a:gd name="csX52" fmla="*/ 161948 w 219120"/>
                <a:gd name="csY52" fmla="*/ 87972 h 285329"/>
                <a:gd name="csX53" fmla="*/ 187189 w 219120"/>
                <a:gd name="csY53" fmla="*/ 136549 h 285329"/>
                <a:gd name="csX54" fmla="*/ 190618 w 219120"/>
                <a:gd name="csY54" fmla="*/ 143026 h 285329"/>
                <a:gd name="csX55" fmla="*/ 193952 w 219120"/>
                <a:gd name="csY55" fmla="*/ 143979 h 285329"/>
                <a:gd name="csX56" fmla="*/ 195380 w 219120"/>
                <a:gd name="csY56" fmla="*/ 143788 h 285329"/>
                <a:gd name="csX57" fmla="*/ 195666 w 219120"/>
                <a:gd name="csY57" fmla="*/ 143788 h 285329"/>
                <a:gd name="csX58" fmla="*/ 202524 w 219120"/>
                <a:gd name="csY58" fmla="*/ 138645 h 285329"/>
                <a:gd name="csX59" fmla="*/ 199095 w 219120"/>
                <a:gd name="csY59" fmla="*/ 160457 h 28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219120" h="285329">
                  <a:moveTo>
                    <a:pt x="215764" y="125215"/>
                  </a:moveTo>
                  <a:cubicBezTo>
                    <a:pt x="214716" y="123786"/>
                    <a:pt x="213383" y="122548"/>
                    <a:pt x="211859" y="121786"/>
                  </a:cubicBezTo>
                  <a:cubicBezTo>
                    <a:pt x="223574" y="82066"/>
                    <a:pt x="213764" y="55873"/>
                    <a:pt x="202905" y="40442"/>
                  </a:cubicBezTo>
                  <a:cubicBezTo>
                    <a:pt x="184712" y="14820"/>
                    <a:pt x="149851" y="-325"/>
                    <a:pt x="109655" y="56"/>
                  </a:cubicBezTo>
                  <a:cubicBezTo>
                    <a:pt x="84509" y="-230"/>
                    <a:pt x="43361" y="-515"/>
                    <a:pt x="37075" y="28822"/>
                  </a:cubicBezTo>
                  <a:cubicBezTo>
                    <a:pt x="28407" y="30917"/>
                    <a:pt x="20597" y="36918"/>
                    <a:pt x="14596" y="46157"/>
                  </a:cubicBezTo>
                  <a:cubicBezTo>
                    <a:pt x="2404" y="65017"/>
                    <a:pt x="-168" y="93782"/>
                    <a:pt x="7547" y="121690"/>
                  </a:cubicBezTo>
                  <a:cubicBezTo>
                    <a:pt x="6023" y="122452"/>
                    <a:pt x="4595" y="123691"/>
                    <a:pt x="3547" y="125215"/>
                  </a:cubicBezTo>
                  <a:cubicBezTo>
                    <a:pt x="-2454" y="133501"/>
                    <a:pt x="118" y="151885"/>
                    <a:pt x="4214" y="165220"/>
                  </a:cubicBezTo>
                  <a:cubicBezTo>
                    <a:pt x="6309" y="172078"/>
                    <a:pt x="12215" y="191413"/>
                    <a:pt x="23835" y="193033"/>
                  </a:cubicBezTo>
                  <a:lnTo>
                    <a:pt x="31646" y="222370"/>
                  </a:lnTo>
                  <a:cubicBezTo>
                    <a:pt x="31646" y="222370"/>
                    <a:pt x="31646" y="222560"/>
                    <a:pt x="31646" y="222655"/>
                  </a:cubicBezTo>
                  <a:cubicBezTo>
                    <a:pt x="43266" y="261232"/>
                    <a:pt x="73175" y="285330"/>
                    <a:pt x="109560" y="285330"/>
                  </a:cubicBezTo>
                  <a:cubicBezTo>
                    <a:pt x="145946" y="285330"/>
                    <a:pt x="175854" y="261232"/>
                    <a:pt x="187475" y="222655"/>
                  </a:cubicBezTo>
                  <a:cubicBezTo>
                    <a:pt x="187475" y="222655"/>
                    <a:pt x="187475" y="222465"/>
                    <a:pt x="187475" y="222370"/>
                  </a:cubicBezTo>
                  <a:lnTo>
                    <a:pt x="195285" y="193033"/>
                  </a:lnTo>
                  <a:cubicBezTo>
                    <a:pt x="206906" y="191318"/>
                    <a:pt x="212811" y="172173"/>
                    <a:pt x="214907" y="165315"/>
                  </a:cubicBezTo>
                  <a:cubicBezTo>
                    <a:pt x="219002" y="151980"/>
                    <a:pt x="221574" y="133501"/>
                    <a:pt x="215573" y="125310"/>
                  </a:cubicBezTo>
                  <a:close/>
                  <a:moveTo>
                    <a:pt x="16310" y="129120"/>
                  </a:moveTo>
                  <a:lnTo>
                    <a:pt x="16310" y="129120"/>
                  </a:lnTo>
                  <a:cubicBezTo>
                    <a:pt x="16310" y="129120"/>
                    <a:pt x="16310" y="129120"/>
                    <a:pt x="16310" y="129120"/>
                  </a:cubicBezTo>
                  <a:lnTo>
                    <a:pt x="16310" y="129120"/>
                  </a:lnTo>
                  <a:close/>
                  <a:moveTo>
                    <a:pt x="190618" y="192652"/>
                  </a:moveTo>
                  <a:lnTo>
                    <a:pt x="190618" y="192652"/>
                  </a:lnTo>
                  <a:cubicBezTo>
                    <a:pt x="190618" y="192652"/>
                    <a:pt x="190618" y="192652"/>
                    <a:pt x="190618" y="192652"/>
                  </a:cubicBezTo>
                  <a:cubicBezTo>
                    <a:pt x="190618" y="192652"/>
                    <a:pt x="190618" y="192652"/>
                    <a:pt x="190618" y="192652"/>
                  </a:cubicBezTo>
                  <a:close/>
                  <a:moveTo>
                    <a:pt x="191666" y="188175"/>
                  </a:moveTo>
                  <a:lnTo>
                    <a:pt x="191094" y="190366"/>
                  </a:lnTo>
                  <a:lnTo>
                    <a:pt x="192332" y="184365"/>
                  </a:lnTo>
                  <a:lnTo>
                    <a:pt x="191666" y="188175"/>
                  </a:lnTo>
                  <a:close/>
                  <a:moveTo>
                    <a:pt x="199000" y="160267"/>
                  </a:moveTo>
                  <a:cubicBezTo>
                    <a:pt x="196142" y="169506"/>
                    <a:pt x="193571" y="174173"/>
                    <a:pt x="192237" y="175983"/>
                  </a:cubicBezTo>
                  <a:cubicBezTo>
                    <a:pt x="192047" y="175983"/>
                    <a:pt x="191856" y="175983"/>
                    <a:pt x="191666" y="175983"/>
                  </a:cubicBezTo>
                  <a:cubicBezTo>
                    <a:pt x="186427" y="175983"/>
                    <a:pt x="181760" y="179507"/>
                    <a:pt x="180331" y="184746"/>
                  </a:cubicBezTo>
                  <a:lnTo>
                    <a:pt x="171473" y="217893"/>
                  </a:lnTo>
                  <a:cubicBezTo>
                    <a:pt x="162043" y="249040"/>
                    <a:pt x="138326" y="268471"/>
                    <a:pt x="109655" y="268566"/>
                  </a:cubicBezTo>
                  <a:cubicBezTo>
                    <a:pt x="80985" y="268566"/>
                    <a:pt x="57268" y="249135"/>
                    <a:pt x="47838" y="217893"/>
                  </a:cubicBezTo>
                  <a:lnTo>
                    <a:pt x="38980" y="184651"/>
                  </a:lnTo>
                  <a:cubicBezTo>
                    <a:pt x="37551" y="179602"/>
                    <a:pt x="32884" y="175983"/>
                    <a:pt x="27645" y="175983"/>
                  </a:cubicBezTo>
                  <a:cubicBezTo>
                    <a:pt x="27455" y="175983"/>
                    <a:pt x="27264" y="175983"/>
                    <a:pt x="27074" y="175983"/>
                  </a:cubicBezTo>
                  <a:cubicBezTo>
                    <a:pt x="25740" y="174173"/>
                    <a:pt x="23168" y="169601"/>
                    <a:pt x="20311" y="160362"/>
                  </a:cubicBezTo>
                  <a:cubicBezTo>
                    <a:pt x="17263" y="150361"/>
                    <a:pt x="16691" y="142836"/>
                    <a:pt x="16882" y="138550"/>
                  </a:cubicBezTo>
                  <a:cubicBezTo>
                    <a:pt x="19644" y="141026"/>
                    <a:pt x="22502" y="143312"/>
                    <a:pt x="23835" y="143788"/>
                  </a:cubicBezTo>
                  <a:cubicBezTo>
                    <a:pt x="23930" y="143788"/>
                    <a:pt x="24026" y="143788"/>
                    <a:pt x="24121" y="143788"/>
                  </a:cubicBezTo>
                  <a:cubicBezTo>
                    <a:pt x="24597" y="143884"/>
                    <a:pt x="25073" y="143979"/>
                    <a:pt x="25550" y="143979"/>
                  </a:cubicBezTo>
                  <a:cubicBezTo>
                    <a:pt x="26693" y="143979"/>
                    <a:pt x="27836" y="143693"/>
                    <a:pt x="28883" y="143026"/>
                  </a:cubicBezTo>
                  <a:cubicBezTo>
                    <a:pt x="31169" y="141598"/>
                    <a:pt x="31646" y="139502"/>
                    <a:pt x="32312" y="136549"/>
                  </a:cubicBezTo>
                  <a:cubicBezTo>
                    <a:pt x="33932" y="128739"/>
                    <a:pt x="38885" y="105688"/>
                    <a:pt x="57554" y="87972"/>
                  </a:cubicBezTo>
                  <a:cubicBezTo>
                    <a:pt x="59268" y="88543"/>
                    <a:pt x="61078" y="89210"/>
                    <a:pt x="63078" y="89782"/>
                  </a:cubicBezTo>
                  <a:cubicBezTo>
                    <a:pt x="77556" y="94163"/>
                    <a:pt x="92891" y="96259"/>
                    <a:pt x="109751" y="96259"/>
                  </a:cubicBezTo>
                  <a:lnTo>
                    <a:pt x="109751" y="96259"/>
                  </a:lnTo>
                  <a:cubicBezTo>
                    <a:pt x="126705" y="96259"/>
                    <a:pt x="141945" y="94163"/>
                    <a:pt x="156423" y="89782"/>
                  </a:cubicBezTo>
                  <a:cubicBezTo>
                    <a:pt x="158423" y="89210"/>
                    <a:pt x="160233" y="88543"/>
                    <a:pt x="161948" y="87972"/>
                  </a:cubicBezTo>
                  <a:cubicBezTo>
                    <a:pt x="180712" y="105688"/>
                    <a:pt x="185570" y="128739"/>
                    <a:pt x="187189" y="136549"/>
                  </a:cubicBezTo>
                  <a:cubicBezTo>
                    <a:pt x="187856" y="139597"/>
                    <a:pt x="188237" y="141598"/>
                    <a:pt x="190618" y="143026"/>
                  </a:cubicBezTo>
                  <a:cubicBezTo>
                    <a:pt x="191570" y="143693"/>
                    <a:pt x="192713" y="143979"/>
                    <a:pt x="193952" y="143979"/>
                  </a:cubicBezTo>
                  <a:cubicBezTo>
                    <a:pt x="194428" y="143979"/>
                    <a:pt x="194904" y="143979"/>
                    <a:pt x="195380" y="143788"/>
                  </a:cubicBezTo>
                  <a:cubicBezTo>
                    <a:pt x="195476" y="143788"/>
                    <a:pt x="195571" y="143788"/>
                    <a:pt x="195666" y="143788"/>
                  </a:cubicBezTo>
                  <a:cubicBezTo>
                    <a:pt x="197000" y="143407"/>
                    <a:pt x="199857" y="141121"/>
                    <a:pt x="202524" y="138645"/>
                  </a:cubicBezTo>
                  <a:cubicBezTo>
                    <a:pt x="202715" y="142931"/>
                    <a:pt x="202143" y="150456"/>
                    <a:pt x="199095" y="1604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C39CB08-3DEE-2DAD-6767-30B882D19005}"/>
                </a:ext>
              </a:extLst>
            </p:cNvPr>
            <p:cNvSpPr/>
            <p:nvPr/>
          </p:nvSpPr>
          <p:spPr>
            <a:xfrm>
              <a:off x="11152781" y="4869349"/>
              <a:ext cx="314636" cy="140986"/>
            </a:xfrm>
            <a:custGeom>
              <a:avLst/>
              <a:gdLst>
                <a:gd name="csX0" fmla="*/ 464249 w 464248"/>
                <a:gd name="csY0" fmla="*/ 186690 h 208026"/>
                <a:gd name="csX1" fmla="*/ 452628 w 464248"/>
                <a:gd name="csY1" fmla="*/ 159829 h 208026"/>
                <a:gd name="csX2" fmla="*/ 452247 w 464248"/>
                <a:gd name="csY2" fmla="*/ 158591 h 208026"/>
                <a:gd name="csX3" fmla="*/ 447485 w 464248"/>
                <a:gd name="csY3" fmla="*/ 141161 h 208026"/>
                <a:gd name="csX4" fmla="*/ 423767 w 464248"/>
                <a:gd name="csY4" fmla="*/ 101155 h 208026"/>
                <a:gd name="csX5" fmla="*/ 419957 w 464248"/>
                <a:gd name="csY5" fmla="*/ 49530 h 208026"/>
                <a:gd name="csX6" fmla="*/ 417386 w 464248"/>
                <a:gd name="csY6" fmla="*/ 48387 h 208026"/>
                <a:gd name="csX7" fmla="*/ 355092 w 464248"/>
                <a:gd name="csY7" fmla="*/ 22574 h 208026"/>
                <a:gd name="csX8" fmla="*/ 355092 w 464248"/>
                <a:gd name="csY8" fmla="*/ 73247 h 208026"/>
                <a:gd name="csX9" fmla="*/ 377571 w 464248"/>
                <a:gd name="csY9" fmla="*/ 103346 h 208026"/>
                <a:gd name="csX10" fmla="*/ 346234 w 464248"/>
                <a:gd name="csY10" fmla="*/ 134779 h 208026"/>
                <a:gd name="csX11" fmla="*/ 314992 w 464248"/>
                <a:gd name="csY11" fmla="*/ 103346 h 208026"/>
                <a:gd name="csX12" fmla="*/ 337375 w 464248"/>
                <a:gd name="csY12" fmla="*/ 73343 h 208026"/>
                <a:gd name="csX13" fmla="*/ 337375 w 464248"/>
                <a:gd name="csY13" fmla="*/ 15335 h 208026"/>
                <a:gd name="csX14" fmla="*/ 300419 w 464248"/>
                <a:gd name="csY14" fmla="*/ 0 h 208026"/>
                <a:gd name="csX15" fmla="*/ 239459 w 464248"/>
                <a:gd name="csY15" fmla="*/ 75152 h 208026"/>
                <a:gd name="csX16" fmla="*/ 178499 w 464248"/>
                <a:gd name="csY16" fmla="*/ 0 h 208026"/>
                <a:gd name="csX17" fmla="*/ 135636 w 464248"/>
                <a:gd name="csY17" fmla="*/ 17812 h 208026"/>
                <a:gd name="csX18" fmla="*/ 135636 w 464248"/>
                <a:gd name="csY18" fmla="*/ 68866 h 208026"/>
                <a:gd name="csX19" fmla="*/ 174498 w 464248"/>
                <a:gd name="csY19" fmla="*/ 114491 h 208026"/>
                <a:gd name="csX20" fmla="*/ 174784 w 464248"/>
                <a:gd name="csY20" fmla="*/ 161354 h 208026"/>
                <a:gd name="csX21" fmla="*/ 172212 w 464248"/>
                <a:gd name="csY21" fmla="*/ 167640 h 208026"/>
                <a:gd name="csX22" fmla="*/ 165926 w 464248"/>
                <a:gd name="csY22" fmla="*/ 170212 h 208026"/>
                <a:gd name="csX23" fmla="*/ 142113 w 464248"/>
                <a:gd name="csY23" fmla="*/ 170212 h 208026"/>
                <a:gd name="csX24" fmla="*/ 142113 w 464248"/>
                <a:gd name="csY24" fmla="*/ 152495 h 208026"/>
                <a:gd name="csX25" fmla="*/ 156972 w 464248"/>
                <a:gd name="csY25" fmla="*/ 152495 h 208026"/>
                <a:gd name="csX26" fmla="*/ 156686 w 464248"/>
                <a:gd name="csY26" fmla="*/ 114586 h 208026"/>
                <a:gd name="csX27" fmla="*/ 127064 w 464248"/>
                <a:gd name="csY27" fmla="*/ 85820 h 208026"/>
                <a:gd name="csX28" fmla="*/ 126682 w 464248"/>
                <a:gd name="csY28" fmla="*/ 85820 h 208026"/>
                <a:gd name="csX29" fmla="*/ 105442 w 464248"/>
                <a:gd name="csY29" fmla="*/ 94583 h 208026"/>
                <a:gd name="csX30" fmla="*/ 97155 w 464248"/>
                <a:gd name="csY30" fmla="*/ 114586 h 208026"/>
                <a:gd name="csX31" fmla="*/ 97441 w 464248"/>
                <a:gd name="csY31" fmla="*/ 152591 h 208026"/>
                <a:gd name="csX32" fmla="*/ 112205 w 464248"/>
                <a:gd name="csY32" fmla="*/ 152591 h 208026"/>
                <a:gd name="csX33" fmla="*/ 112205 w 464248"/>
                <a:gd name="csY33" fmla="*/ 170307 h 208026"/>
                <a:gd name="csX34" fmla="*/ 88583 w 464248"/>
                <a:gd name="csY34" fmla="*/ 170307 h 208026"/>
                <a:gd name="csX35" fmla="*/ 79724 w 464248"/>
                <a:gd name="csY35" fmla="*/ 161449 h 208026"/>
                <a:gd name="csX36" fmla="*/ 79439 w 464248"/>
                <a:gd name="csY36" fmla="*/ 114586 h 208026"/>
                <a:gd name="csX37" fmla="*/ 92869 w 464248"/>
                <a:gd name="csY37" fmla="*/ 82010 h 208026"/>
                <a:gd name="csX38" fmla="*/ 117824 w 464248"/>
                <a:gd name="csY38" fmla="*/ 68866 h 208026"/>
                <a:gd name="csX39" fmla="*/ 117824 w 464248"/>
                <a:gd name="csY39" fmla="*/ 25241 h 208026"/>
                <a:gd name="csX40" fmla="*/ 61436 w 464248"/>
                <a:gd name="csY40" fmla="*/ 48578 h 208026"/>
                <a:gd name="csX41" fmla="*/ 12478 w 464248"/>
                <a:gd name="csY41" fmla="*/ 101822 h 208026"/>
                <a:gd name="csX42" fmla="*/ 0 w 464248"/>
                <a:gd name="csY42" fmla="*/ 208026 h 208026"/>
                <a:gd name="csX43" fmla="*/ 413290 w 464248"/>
                <a:gd name="csY43" fmla="*/ 208026 h 208026"/>
                <a:gd name="csX44" fmla="*/ 464058 w 464248"/>
                <a:gd name="csY44" fmla="*/ 186976 h 208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64248" h="208026">
                  <a:moveTo>
                    <a:pt x="464249" y="186690"/>
                  </a:moveTo>
                  <a:cubicBezTo>
                    <a:pt x="459486" y="178403"/>
                    <a:pt x="455581" y="169450"/>
                    <a:pt x="452628" y="159829"/>
                  </a:cubicBezTo>
                  <a:cubicBezTo>
                    <a:pt x="452628" y="159544"/>
                    <a:pt x="452247" y="158591"/>
                    <a:pt x="452247" y="158591"/>
                  </a:cubicBezTo>
                  <a:lnTo>
                    <a:pt x="447485" y="141161"/>
                  </a:lnTo>
                  <a:cubicBezTo>
                    <a:pt x="432530" y="129064"/>
                    <a:pt x="426339" y="109156"/>
                    <a:pt x="423767" y="101155"/>
                  </a:cubicBezTo>
                  <a:cubicBezTo>
                    <a:pt x="419862" y="88582"/>
                    <a:pt x="415290" y="67913"/>
                    <a:pt x="419957" y="49530"/>
                  </a:cubicBezTo>
                  <a:cubicBezTo>
                    <a:pt x="419100" y="49149"/>
                    <a:pt x="418243" y="48768"/>
                    <a:pt x="417386" y="48387"/>
                  </a:cubicBezTo>
                  <a:lnTo>
                    <a:pt x="355092" y="22574"/>
                  </a:lnTo>
                  <a:lnTo>
                    <a:pt x="355092" y="73247"/>
                  </a:lnTo>
                  <a:cubicBezTo>
                    <a:pt x="368046" y="77057"/>
                    <a:pt x="377571" y="89059"/>
                    <a:pt x="377571" y="103346"/>
                  </a:cubicBezTo>
                  <a:cubicBezTo>
                    <a:pt x="377571" y="120682"/>
                    <a:pt x="363474" y="134779"/>
                    <a:pt x="346234" y="134779"/>
                  </a:cubicBezTo>
                  <a:cubicBezTo>
                    <a:pt x="328994" y="134779"/>
                    <a:pt x="314992" y="120682"/>
                    <a:pt x="314992" y="103346"/>
                  </a:cubicBezTo>
                  <a:cubicBezTo>
                    <a:pt x="314992" y="89154"/>
                    <a:pt x="324422" y="77153"/>
                    <a:pt x="337375" y="73343"/>
                  </a:cubicBezTo>
                  <a:lnTo>
                    <a:pt x="337375" y="15335"/>
                  </a:lnTo>
                  <a:lnTo>
                    <a:pt x="300419" y="0"/>
                  </a:lnTo>
                  <a:lnTo>
                    <a:pt x="239459" y="75152"/>
                  </a:lnTo>
                  <a:lnTo>
                    <a:pt x="178499" y="0"/>
                  </a:lnTo>
                  <a:lnTo>
                    <a:pt x="135636" y="17812"/>
                  </a:lnTo>
                  <a:lnTo>
                    <a:pt x="135636" y="68866"/>
                  </a:lnTo>
                  <a:cubicBezTo>
                    <a:pt x="157639" y="72962"/>
                    <a:pt x="174403" y="91916"/>
                    <a:pt x="174498" y="114491"/>
                  </a:cubicBezTo>
                  <a:lnTo>
                    <a:pt x="174784" y="161354"/>
                  </a:lnTo>
                  <a:cubicBezTo>
                    <a:pt x="174784" y="163735"/>
                    <a:pt x="173831" y="166021"/>
                    <a:pt x="172212" y="167640"/>
                  </a:cubicBezTo>
                  <a:cubicBezTo>
                    <a:pt x="170593" y="169259"/>
                    <a:pt x="168307" y="170212"/>
                    <a:pt x="165926" y="170212"/>
                  </a:cubicBezTo>
                  <a:lnTo>
                    <a:pt x="142113" y="170212"/>
                  </a:lnTo>
                  <a:lnTo>
                    <a:pt x="142113" y="152495"/>
                  </a:lnTo>
                  <a:lnTo>
                    <a:pt x="156972" y="152495"/>
                  </a:lnTo>
                  <a:lnTo>
                    <a:pt x="156686" y="114586"/>
                  </a:lnTo>
                  <a:cubicBezTo>
                    <a:pt x="156686" y="98870"/>
                    <a:pt x="143351" y="85916"/>
                    <a:pt x="127064" y="85820"/>
                  </a:cubicBezTo>
                  <a:lnTo>
                    <a:pt x="126682" y="85820"/>
                  </a:lnTo>
                  <a:cubicBezTo>
                    <a:pt x="118586" y="85820"/>
                    <a:pt x="110966" y="88964"/>
                    <a:pt x="105442" y="94583"/>
                  </a:cubicBezTo>
                  <a:cubicBezTo>
                    <a:pt x="100108" y="99917"/>
                    <a:pt x="97155" y="107061"/>
                    <a:pt x="97155" y="114586"/>
                  </a:cubicBezTo>
                  <a:lnTo>
                    <a:pt x="97441" y="152591"/>
                  </a:lnTo>
                  <a:lnTo>
                    <a:pt x="112205" y="152591"/>
                  </a:lnTo>
                  <a:lnTo>
                    <a:pt x="112205" y="170307"/>
                  </a:lnTo>
                  <a:lnTo>
                    <a:pt x="88583" y="170307"/>
                  </a:lnTo>
                  <a:cubicBezTo>
                    <a:pt x="83725" y="170307"/>
                    <a:pt x="79724" y="166402"/>
                    <a:pt x="79724" y="161449"/>
                  </a:cubicBezTo>
                  <a:lnTo>
                    <a:pt x="79439" y="114586"/>
                  </a:lnTo>
                  <a:cubicBezTo>
                    <a:pt x="79439" y="102299"/>
                    <a:pt x="84201" y="90678"/>
                    <a:pt x="92869" y="82010"/>
                  </a:cubicBezTo>
                  <a:cubicBezTo>
                    <a:pt x="99727" y="75152"/>
                    <a:pt x="108394" y="70676"/>
                    <a:pt x="117824" y="68866"/>
                  </a:cubicBezTo>
                  <a:lnTo>
                    <a:pt x="117824" y="25241"/>
                  </a:lnTo>
                  <a:lnTo>
                    <a:pt x="61436" y="48578"/>
                  </a:lnTo>
                  <a:cubicBezTo>
                    <a:pt x="38671" y="58007"/>
                    <a:pt x="20860" y="77438"/>
                    <a:pt x="12478" y="101822"/>
                  </a:cubicBezTo>
                  <a:lnTo>
                    <a:pt x="0" y="208026"/>
                  </a:lnTo>
                  <a:lnTo>
                    <a:pt x="413290" y="208026"/>
                  </a:lnTo>
                  <a:lnTo>
                    <a:pt x="464058" y="1869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/>
            </a:p>
          </p:txBody>
        </p:sp>
        <p:grpSp>
          <p:nvGrpSpPr>
            <p:cNvPr id="40" name="Graphic 13">
              <a:extLst>
                <a:ext uri="{FF2B5EF4-FFF2-40B4-BE49-F238E27FC236}">
                  <a16:creationId xmlns:a16="http://schemas.microsoft.com/office/drawing/2014/main" id="{2FD6F77A-B407-F890-D3D3-234522029B4E}"/>
                </a:ext>
              </a:extLst>
            </p:cNvPr>
            <p:cNvGrpSpPr/>
            <p:nvPr/>
          </p:nvGrpSpPr>
          <p:grpSpPr>
            <a:xfrm>
              <a:off x="11113468" y="4816894"/>
              <a:ext cx="587248" cy="335654"/>
              <a:chOff x="7601807" y="4675562"/>
              <a:chExt cx="866489" cy="495260"/>
            </a:xfrm>
            <a:grpFill/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059273C-64C9-FE0B-8ABD-ED9E6F5873D4}"/>
                  </a:ext>
                </a:extLst>
              </p:cNvPr>
              <p:cNvSpPr/>
              <p:nvPr/>
            </p:nvSpPr>
            <p:spPr>
              <a:xfrm>
                <a:off x="7601807" y="4989561"/>
                <a:ext cx="407574" cy="125444"/>
              </a:xfrm>
              <a:custGeom>
                <a:avLst/>
                <a:gdLst>
                  <a:gd name="csX0" fmla="*/ 356616 w 407574"/>
                  <a:gd name="csY0" fmla="*/ 82868 h 125444"/>
                  <a:gd name="csX1" fmla="*/ 407575 w 407574"/>
                  <a:gd name="csY1" fmla="*/ 0 h 125444"/>
                  <a:gd name="csX2" fmla="*/ 0 w 407574"/>
                  <a:gd name="csY2" fmla="*/ 0 h 125444"/>
                  <a:gd name="csX3" fmla="*/ 74867 w 407574"/>
                  <a:gd name="csY3" fmla="*/ 125444 h 125444"/>
                  <a:gd name="csX4" fmla="*/ 351663 w 407574"/>
                  <a:gd name="csY4" fmla="*/ 125444 h 125444"/>
                  <a:gd name="csX5" fmla="*/ 356616 w 407574"/>
                  <a:gd name="csY5" fmla="*/ 82868 h 125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07574" h="125444">
                    <a:moveTo>
                      <a:pt x="356616" y="82868"/>
                    </a:moveTo>
                    <a:cubicBezTo>
                      <a:pt x="360521" y="49149"/>
                      <a:pt x="379476" y="18574"/>
                      <a:pt x="407575" y="0"/>
                    </a:cubicBezTo>
                    <a:lnTo>
                      <a:pt x="0" y="0"/>
                    </a:lnTo>
                    <a:lnTo>
                      <a:pt x="74867" y="125444"/>
                    </a:lnTo>
                    <a:lnTo>
                      <a:pt x="351663" y="125444"/>
                    </a:lnTo>
                    <a:lnTo>
                      <a:pt x="356616" y="828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100"/>
              </a:p>
            </p:txBody>
          </p:sp>
          <p:grpSp>
            <p:nvGrpSpPr>
              <p:cNvPr id="42" name="Graphic 13">
                <a:extLst>
                  <a:ext uri="{FF2B5EF4-FFF2-40B4-BE49-F238E27FC236}">
                    <a16:creationId xmlns:a16="http://schemas.microsoft.com/office/drawing/2014/main" id="{C0C509F1-88CA-20CC-43B4-3B00A5BF4089}"/>
                  </a:ext>
                </a:extLst>
              </p:cNvPr>
              <p:cNvGrpSpPr/>
              <p:nvPr/>
            </p:nvGrpSpPr>
            <p:grpSpPr>
              <a:xfrm>
                <a:off x="7977568" y="4675562"/>
                <a:ext cx="490728" cy="495260"/>
                <a:chOff x="7977568" y="4675562"/>
                <a:chExt cx="490728" cy="495260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5CDE867-3698-C343-D635-6368721AA47B}"/>
                    </a:ext>
                  </a:extLst>
                </p:cNvPr>
                <p:cNvSpPr/>
                <p:nvPr/>
              </p:nvSpPr>
              <p:spPr>
                <a:xfrm>
                  <a:off x="8108268" y="4675562"/>
                  <a:ext cx="229586" cy="292472"/>
                </a:xfrm>
                <a:custGeom>
                  <a:avLst/>
                  <a:gdLst>
                    <a:gd name="csX0" fmla="*/ 226201 w 229586"/>
                    <a:gd name="csY0" fmla="*/ 128357 h 292472"/>
                    <a:gd name="csX1" fmla="*/ 222105 w 229586"/>
                    <a:gd name="csY1" fmla="*/ 124833 h 292472"/>
                    <a:gd name="csX2" fmla="*/ 214771 w 229586"/>
                    <a:gd name="csY2" fmla="*/ 47490 h 292472"/>
                    <a:gd name="csX3" fmla="*/ 191054 w 229586"/>
                    <a:gd name="csY3" fmla="*/ 29583 h 292472"/>
                    <a:gd name="csX4" fmla="*/ 114949 w 229586"/>
                    <a:gd name="csY4" fmla="*/ 55 h 292472"/>
                    <a:gd name="csX5" fmla="*/ 113425 w 229586"/>
                    <a:gd name="csY5" fmla="*/ 55 h 292472"/>
                    <a:gd name="csX6" fmla="*/ 16937 w 229586"/>
                    <a:gd name="csY6" fmla="*/ 41584 h 292472"/>
                    <a:gd name="csX7" fmla="*/ 7698 w 229586"/>
                    <a:gd name="csY7" fmla="*/ 124833 h 292472"/>
                    <a:gd name="csX8" fmla="*/ 3697 w 229586"/>
                    <a:gd name="csY8" fmla="*/ 128262 h 292472"/>
                    <a:gd name="csX9" fmla="*/ 4364 w 229586"/>
                    <a:gd name="csY9" fmla="*/ 169315 h 292472"/>
                    <a:gd name="csX10" fmla="*/ 24938 w 229586"/>
                    <a:gd name="csY10" fmla="*/ 197794 h 292472"/>
                    <a:gd name="csX11" fmla="*/ 33129 w 229586"/>
                    <a:gd name="csY11" fmla="*/ 227893 h 292472"/>
                    <a:gd name="csX12" fmla="*/ 33129 w 229586"/>
                    <a:gd name="csY12" fmla="*/ 228179 h 292472"/>
                    <a:gd name="csX13" fmla="*/ 114759 w 229586"/>
                    <a:gd name="csY13" fmla="*/ 292473 h 292472"/>
                    <a:gd name="csX14" fmla="*/ 196388 w 229586"/>
                    <a:gd name="csY14" fmla="*/ 228179 h 292472"/>
                    <a:gd name="csX15" fmla="*/ 196388 w 229586"/>
                    <a:gd name="csY15" fmla="*/ 227893 h 292472"/>
                    <a:gd name="csX16" fmla="*/ 204579 w 229586"/>
                    <a:gd name="csY16" fmla="*/ 197794 h 292472"/>
                    <a:gd name="csX17" fmla="*/ 225153 w 229586"/>
                    <a:gd name="csY17" fmla="*/ 169315 h 292472"/>
                    <a:gd name="csX18" fmla="*/ 225820 w 229586"/>
                    <a:gd name="csY18" fmla="*/ 128262 h 2924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229586" h="292472">
                      <a:moveTo>
                        <a:pt x="226201" y="128357"/>
                      </a:moveTo>
                      <a:cubicBezTo>
                        <a:pt x="225058" y="126833"/>
                        <a:pt x="223725" y="125690"/>
                        <a:pt x="222105" y="124833"/>
                      </a:cubicBezTo>
                      <a:cubicBezTo>
                        <a:pt x="230106" y="96353"/>
                        <a:pt x="227535" y="66826"/>
                        <a:pt x="214771" y="47490"/>
                      </a:cubicBezTo>
                      <a:cubicBezTo>
                        <a:pt x="208485" y="37965"/>
                        <a:pt x="200198" y="31774"/>
                        <a:pt x="191054" y="29583"/>
                      </a:cubicBezTo>
                      <a:cubicBezTo>
                        <a:pt x="184482" y="-516"/>
                        <a:pt x="141238" y="-230"/>
                        <a:pt x="114949" y="55"/>
                      </a:cubicBezTo>
                      <a:cubicBezTo>
                        <a:pt x="114473" y="55"/>
                        <a:pt x="113901" y="55"/>
                        <a:pt x="113425" y="55"/>
                      </a:cubicBezTo>
                      <a:cubicBezTo>
                        <a:pt x="71706" y="55"/>
                        <a:pt x="35701" y="15486"/>
                        <a:pt x="16937" y="41584"/>
                      </a:cubicBezTo>
                      <a:cubicBezTo>
                        <a:pt x="5602" y="57301"/>
                        <a:pt x="-4590" y="84256"/>
                        <a:pt x="7698" y="124833"/>
                      </a:cubicBezTo>
                      <a:cubicBezTo>
                        <a:pt x="6174" y="125690"/>
                        <a:pt x="4840" y="126833"/>
                        <a:pt x="3697" y="128262"/>
                      </a:cubicBezTo>
                      <a:cubicBezTo>
                        <a:pt x="-2589" y="136739"/>
                        <a:pt x="173" y="155694"/>
                        <a:pt x="4364" y="169315"/>
                      </a:cubicBezTo>
                      <a:cubicBezTo>
                        <a:pt x="6555" y="176363"/>
                        <a:pt x="12746" y="195985"/>
                        <a:pt x="24938" y="197794"/>
                      </a:cubicBezTo>
                      <a:lnTo>
                        <a:pt x="33129" y="227893"/>
                      </a:lnTo>
                      <a:cubicBezTo>
                        <a:pt x="33129" y="227893"/>
                        <a:pt x="33129" y="228084"/>
                        <a:pt x="33129" y="228179"/>
                      </a:cubicBezTo>
                      <a:cubicBezTo>
                        <a:pt x="45321" y="267803"/>
                        <a:pt x="76659" y="292378"/>
                        <a:pt x="114759" y="292473"/>
                      </a:cubicBezTo>
                      <a:cubicBezTo>
                        <a:pt x="152954" y="292473"/>
                        <a:pt x="184196" y="267803"/>
                        <a:pt x="196388" y="228179"/>
                      </a:cubicBezTo>
                      <a:cubicBezTo>
                        <a:pt x="196388" y="228179"/>
                        <a:pt x="196388" y="227989"/>
                        <a:pt x="196388" y="227893"/>
                      </a:cubicBezTo>
                      <a:lnTo>
                        <a:pt x="204579" y="197794"/>
                      </a:lnTo>
                      <a:cubicBezTo>
                        <a:pt x="216771" y="196080"/>
                        <a:pt x="222963" y="176363"/>
                        <a:pt x="225153" y="169315"/>
                      </a:cubicBezTo>
                      <a:cubicBezTo>
                        <a:pt x="229440" y="155694"/>
                        <a:pt x="232202" y="136739"/>
                        <a:pt x="225820" y="12826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1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9529211-248C-A56A-4923-D6E6962B67ED}"/>
                    </a:ext>
                  </a:extLst>
                </p:cNvPr>
                <p:cNvSpPr/>
                <p:nvPr/>
              </p:nvSpPr>
              <p:spPr>
                <a:xfrm>
                  <a:off x="7977568" y="4964796"/>
                  <a:ext cx="490728" cy="206025"/>
                </a:xfrm>
                <a:custGeom>
                  <a:avLst/>
                  <a:gdLst>
                    <a:gd name="csX0" fmla="*/ 479584 w 490728"/>
                    <a:gd name="csY0" fmla="*/ 111157 h 206025"/>
                    <a:gd name="csX1" fmla="*/ 438912 w 490728"/>
                    <a:gd name="csY1" fmla="*/ 48006 h 206025"/>
                    <a:gd name="csX2" fmla="*/ 427768 w 490728"/>
                    <a:gd name="csY2" fmla="*/ 42386 h 206025"/>
                    <a:gd name="csX3" fmla="*/ 325660 w 490728"/>
                    <a:gd name="csY3" fmla="*/ 95 h 206025"/>
                    <a:gd name="csX4" fmla="*/ 245650 w 490728"/>
                    <a:gd name="csY4" fmla="*/ 33718 h 206025"/>
                    <a:gd name="csX5" fmla="*/ 245650 w 490728"/>
                    <a:gd name="csY5" fmla="*/ 33718 h 206025"/>
                    <a:gd name="csX6" fmla="*/ 165449 w 490728"/>
                    <a:gd name="csY6" fmla="*/ 0 h 206025"/>
                    <a:gd name="csX7" fmla="*/ 62960 w 490728"/>
                    <a:gd name="csY7" fmla="*/ 42481 h 206025"/>
                    <a:gd name="csX8" fmla="*/ 51816 w 490728"/>
                    <a:gd name="csY8" fmla="*/ 48101 h 206025"/>
                    <a:gd name="csX9" fmla="*/ 11144 w 490728"/>
                    <a:gd name="csY9" fmla="*/ 111252 h 206025"/>
                    <a:gd name="csX10" fmla="*/ 0 w 490728"/>
                    <a:gd name="csY10" fmla="*/ 206026 h 206025"/>
                    <a:gd name="csX11" fmla="*/ 490728 w 490728"/>
                    <a:gd name="csY11" fmla="*/ 206026 h 206025"/>
                    <a:gd name="csX12" fmla="*/ 479584 w 490728"/>
                    <a:gd name="csY12" fmla="*/ 111252 h 2060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490728" h="206025">
                      <a:moveTo>
                        <a:pt x="479584" y="111157"/>
                      </a:moveTo>
                      <a:cubicBezTo>
                        <a:pt x="476536" y="84868"/>
                        <a:pt x="461486" y="61627"/>
                        <a:pt x="438912" y="48006"/>
                      </a:cubicBezTo>
                      <a:cubicBezTo>
                        <a:pt x="435388" y="45910"/>
                        <a:pt x="431673" y="44005"/>
                        <a:pt x="427768" y="42386"/>
                      </a:cubicBezTo>
                      <a:lnTo>
                        <a:pt x="325660" y="95"/>
                      </a:lnTo>
                      <a:cubicBezTo>
                        <a:pt x="304705" y="21336"/>
                        <a:pt x="276606" y="33623"/>
                        <a:pt x="245650" y="33718"/>
                      </a:cubicBezTo>
                      <a:lnTo>
                        <a:pt x="245650" y="33718"/>
                      </a:lnTo>
                      <a:cubicBezTo>
                        <a:pt x="214598" y="33718"/>
                        <a:pt x="186404" y="21336"/>
                        <a:pt x="165449" y="0"/>
                      </a:cubicBezTo>
                      <a:lnTo>
                        <a:pt x="62960" y="42481"/>
                      </a:lnTo>
                      <a:cubicBezTo>
                        <a:pt x="59150" y="44101"/>
                        <a:pt x="55435" y="45910"/>
                        <a:pt x="51816" y="48101"/>
                      </a:cubicBezTo>
                      <a:cubicBezTo>
                        <a:pt x="29242" y="61627"/>
                        <a:pt x="14192" y="84963"/>
                        <a:pt x="11144" y="111252"/>
                      </a:cubicBezTo>
                      <a:lnTo>
                        <a:pt x="0" y="206026"/>
                      </a:lnTo>
                      <a:lnTo>
                        <a:pt x="490728" y="206026"/>
                      </a:lnTo>
                      <a:lnTo>
                        <a:pt x="479584" y="1112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100"/>
                </a:p>
              </p:txBody>
            </p:sp>
          </p:grpSp>
        </p:grpSp>
      </p:grpSp>
      <p:pic>
        <p:nvPicPr>
          <p:cNvPr id="117" name="Graphic 116">
            <a:extLst>
              <a:ext uri="{FF2B5EF4-FFF2-40B4-BE49-F238E27FC236}">
                <a16:creationId xmlns:a16="http://schemas.microsoft.com/office/drawing/2014/main" id="{BAD4E253-5020-7B64-B4D5-460B227640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4696" y="880578"/>
            <a:ext cx="417000" cy="46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0E8593B-BFBB-9BF0-0EEF-CC9049C93CED}"/>
              </a:ext>
            </a:extLst>
          </p:cNvPr>
          <p:cNvGrpSpPr>
            <a:grpSpLocks noChangeAspect="1"/>
          </p:cNvGrpSpPr>
          <p:nvPr/>
        </p:nvGrpSpPr>
        <p:grpSpPr>
          <a:xfrm>
            <a:off x="3922248" y="4822033"/>
            <a:ext cx="545001" cy="468000"/>
            <a:chOff x="7102401" y="4396920"/>
            <a:chExt cx="491854" cy="422362"/>
          </a:xfrm>
          <a:solidFill>
            <a:srgbClr val="107B0D"/>
          </a:solidFill>
        </p:grpSpPr>
        <p:pic>
          <p:nvPicPr>
            <p:cNvPr id="192" name="Graphic 191" descr="Pie chart with solid fill">
              <a:extLst>
                <a:ext uri="{FF2B5EF4-FFF2-40B4-BE49-F238E27FC236}">
                  <a16:creationId xmlns:a16="http://schemas.microsoft.com/office/drawing/2014/main" id="{EB584DF2-75BF-6624-8653-AD340A725C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76818" y="4501845"/>
              <a:ext cx="317437" cy="317437"/>
            </a:xfrm>
            <a:prstGeom prst="rect">
              <a:avLst/>
            </a:prstGeom>
          </p:spPr>
        </p:pic>
        <p:pic>
          <p:nvPicPr>
            <p:cNvPr id="194" name="Graphic 193" descr="Bar chart with solid fill">
              <a:extLst>
                <a:ext uri="{FF2B5EF4-FFF2-40B4-BE49-F238E27FC236}">
                  <a16:creationId xmlns:a16="http://schemas.microsoft.com/office/drawing/2014/main" id="{B6C7A9BA-910D-BF49-DB5E-94522707FB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02401" y="4396920"/>
              <a:ext cx="317436" cy="317436"/>
            </a:xfrm>
            <a:prstGeom prst="rect">
              <a:avLst/>
            </a:prstGeom>
          </p:spPr>
        </p:pic>
      </p:grpSp>
      <p:sp>
        <p:nvSpPr>
          <p:cNvPr id="248" name="Inhaltsplatzhalter 4">
            <a:extLst>
              <a:ext uri="{FF2B5EF4-FFF2-40B4-BE49-F238E27FC236}">
                <a16:creationId xmlns:a16="http://schemas.microsoft.com/office/drawing/2014/main" id="{01DE6EA9-4405-0F28-9B71-14C853B11A97}"/>
              </a:ext>
            </a:extLst>
          </p:cNvPr>
          <p:cNvSpPr txBox="1">
            <a:spLocks/>
          </p:cNvSpPr>
          <p:nvPr/>
        </p:nvSpPr>
        <p:spPr>
          <a:xfrm rot="18827055">
            <a:off x="5172382" y="2470702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352662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ACTION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249" name="Inhaltsplatzhalter 4">
            <a:extLst>
              <a:ext uri="{FF2B5EF4-FFF2-40B4-BE49-F238E27FC236}">
                <a16:creationId xmlns:a16="http://schemas.microsoft.com/office/drawing/2014/main" id="{437EE7FD-E81B-E422-A65A-F0BA4392FA92}"/>
              </a:ext>
            </a:extLst>
          </p:cNvPr>
          <p:cNvSpPr txBox="1">
            <a:spLocks/>
          </p:cNvSpPr>
          <p:nvPr/>
        </p:nvSpPr>
        <p:spPr>
          <a:xfrm rot="2700064">
            <a:off x="3423185" y="25104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52401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107B0D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DATA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pic>
        <p:nvPicPr>
          <p:cNvPr id="71" name="Graphic 70" descr="Microscope with solid fill">
            <a:extLst>
              <a:ext uri="{FF2B5EF4-FFF2-40B4-BE49-F238E27FC236}">
                <a16:creationId xmlns:a16="http://schemas.microsoft.com/office/drawing/2014/main" id="{6BDA3B3A-8F9D-D045-66A9-89AF369E2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2877" y="733186"/>
            <a:ext cx="468000" cy="468000"/>
          </a:xfrm>
          <a:prstGeom prst="rect">
            <a:avLst/>
          </a:prstGeom>
        </p:spPr>
      </p:pic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E862833F-121E-054C-D3B8-8BBEF13776EE}"/>
              </a:ext>
            </a:extLst>
          </p:cNvPr>
          <p:cNvSpPr/>
          <p:nvPr/>
        </p:nvSpPr>
        <p:spPr>
          <a:xfrm>
            <a:off x="9164552" y="929698"/>
            <a:ext cx="1257734" cy="4434840"/>
          </a:xfrm>
          <a:prstGeom prst="roundRect">
            <a:avLst>
              <a:gd name="adj" fmla="val 836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AB552EF5-0FA1-275D-5EF5-AA5E33C25CDE}"/>
              </a:ext>
            </a:extLst>
          </p:cNvPr>
          <p:cNvSpPr/>
          <p:nvPr/>
        </p:nvSpPr>
        <p:spPr>
          <a:xfrm>
            <a:off x="9218476" y="861096"/>
            <a:ext cx="1188000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SCALE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6DCC79C-0ACD-9811-0F4E-DC31C2EF45D7}"/>
              </a:ext>
            </a:extLst>
          </p:cNvPr>
          <p:cNvCxnSpPr>
            <a:cxnSpLocks/>
          </p:cNvCxnSpPr>
          <p:nvPr/>
        </p:nvCxnSpPr>
        <p:spPr>
          <a:xfrm flipV="1">
            <a:off x="9809821" y="1969450"/>
            <a:ext cx="0" cy="2315931"/>
          </a:xfrm>
          <a:prstGeom prst="straightConnector1">
            <a:avLst/>
          </a:prstGeom>
          <a:ln w="825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93363EE9-78F8-D890-FF2C-493D3F00F603}"/>
              </a:ext>
            </a:extLst>
          </p:cNvPr>
          <p:cNvGrpSpPr/>
          <p:nvPr/>
        </p:nvGrpSpPr>
        <p:grpSpPr>
          <a:xfrm>
            <a:off x="9492932" y="2349177"/>
            <a:ext cx="633778" cy="637948"/>
            <a:chOff x="9283567" y="2246145"/>
            <a:chExt cx="633778" cy="637948"/>
          </a:xfrm>
        </p:grpSpPr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D07FE0E6-66DB-4523-A4C1-472DA28BCDAF}"/>
                </a:ext>
              </a:extLst>
            </p:cNvPr>
            <p:cNvSpPr txBox="1"/>
            <p:nvPr/>
          </p:nvSpPr>
          <p:spPr>
            <a:xfrm>
              <a:off x="9283567" y="2615937"/>
              <a:ext cx="633778" cy="26815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National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A83E3171-2797-2B5D-780C-6721D04BC23B}"/>
                </a:ext>
              </a:extLst>
            </p:cNvPr>
            <p:cNvGrpSpPr/>
            <p:nvPr/>
          </p:nvGrpSpPr>
          <p:grpSpPr>
            <a:xfrm>
              <a:off x="9328364" y="2246145"/>
              <a:ext cx="544184" cy="362667"/>
              <a:chOff x="9290030" y="1508569"/>
              <a:chExt cx="2511697" cy="1673906"/>
            </a:xfrm>
            <a:solidFill>
              <a:srgbClr val="404040"/>
            </a:solidFill>
          </p:grpSpPr>
          <p:sp>
            <p:nvSpPr>
              <p:cNvPr id="264" name="Freeform 5">
                <a:extLst>
                  <a:ext uri="{FF2B5EF4-FFF2-40B4-BE49-F238E27FC236}">
                    <a16:creationId xmlns:a16="http://schemas.microsoft.com/office/drawing/2014/main" id="{7A5F4E99-5007-BB65-8E2A-FD45C1ABD3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3168" y="1508569"/>
                <a:ext cx="321936" cy="238918"/>
              </a:xfrm>
              <a:custGeom>
                <a:avLst/>
                <a:gdLst>
                  <a:gd name="T0" fmla="*/ 228 w 257"/>
                  <a:gd name="T1" fmla="*/ 167 h 190"/>
                  <a:gd name="T2" fmla="*/ 227 w 257"/>
                  <a:gd name="T3" fmla="*/ 190 h 190"/>
                  <a:gd name="T4" fmla="*/ 150 w 257"/>
                  <a:gd name="T5" fmla="*/ 172 h 190"/>
                  <a:gd name="T6" fmla="*/ 141 w 257"/>
                  <a:gd name="T7" fmla="*/ 172 h 190"/>
                  <a:gd name="T8" fmla="*/ 108 w 257"/>
                  <a:gd name="T9" fmla="*/ 174 h 190"/>
                  <a:gd name="T10" fmla="*/ 102 w 257"/>
                  <a:gd name="T11" fmla="*/ 173 h 190"/>
                  <a:gd name="T12" fmla="*/ 97 w 257"/>
                  <a:gd name="T13" fmla="*/ 174 h 190"/>
                  <a:gd name="T14" fmla="*/ 94 w 257"/>
                  <a:gd name="T15" fmla="*/ 172 h 190"/>
                  <a:gd name="T16" fmla="*/ 86 w 257"/>
                  <a:gd name="T17" fmla="*/ 171 h 190"/>
                  <a:gd name="T18" fmla="*/ 85 w 257"/>
                  <a:gd name="T19" fmla="*/ 168 h 190"/>
                  <a:gd name="T20" fmla="*/ 73 w 257"/>
                  <a:gd name="T21" fmla="*/ 165 h 190"/>
                  <a:gd name="T22" fmla="*/ 66 w 257"/>
                  <a:gd name="T23" fmla="*/ 162 h 190"/>
                  <a:gd name="T24" fmla="*/ 51 w 257"/>
                  <a:gd name="T25" fmla="*/ 165 h 190"/>
                  <a:gd name="T26" fmla="*/ 33 w 257"/>
                  <a:gd name="T27" fmla="*/ 156 h 190"/>
                  <a:gd name="T28" fmla="*/ 29 w 257"/>
                  <a:gd name="T29" fmla="*/ 128 h 190"/>
                  <a:gd name="T30" fmla="*/ 20 w 257"/>
                  <a:gd name="T31" fmla="*/ 126 h 190"/>
                  <a:gd name="T32" fmla="*/ 10 w 257"/>
                  <a:gd name="T33" fmla="*/ 120 h 190"/>
                  <a:gd name="T34" fmla="*/ 0 w 257"/>
                  <a:gd name="T35" fmla="*/ 116 h 190"/>
                  <a:gd name="T36" fmla="*/ 3 w 257"/>
                  <a:gd name="T37" fmla="*/ 103 h 190"/>
                  <a:gd name="T38" fmla="*/ 5 w 257"/>
                  <a:gd name="T39" fmla="*/ 105 h 190"/>
                  <a:gd name="T40" fmla="*/ 7 w 257"/>
                  <a:gd name="T41" fmla="*/ 105 h 190"/>
                  <a:gd name="T42" fmla="*/ 11 w 257"/>
                  <a:gd name="T43" fmla="*/ 99 h 190"/>
                  <a:gd name="T44" fmla="*/ 9 w 257"/>
                  <a:gd name="T45" fmla="*/ 96 h 190"/>
                  <a:gd name="T46" fmla="*/ 7 w 257"/>
                  <a:gd name="T47" fmla="*/ 88 h 190"/>
                  <a:gd name="T48" fmla="*/ 16 w 257"/>
                  <a:gd name="T49" fmla="*/ 85 h 190"/>
                  <a:gd name="T50" fmla="*/ 8 w 257"/>
                  <a:gd name="T51" fmla="*/ 78 h 190"/>
                  <a:gd name="T52" fmla="*/ 6 w 257"/>
                  <a:gd name="T53" fmla="*/ 60 h 190"/>
                  <a:gd name="T54" fmla="*/ 8 w 257"/>
                  <a:gd name="T55" fmla="*/ 41 h 190"/>
                  <a:gd name="T56" fmla="*/ 3 w 257"/>
                  <a:gd name="T57" fmla="*/ 23 h 190"/>
                  <a:gd name="T58" fmla="*/ 10 w 257"/>
                  <a:gd name="T59" fmla="*/ 10 h 190"/>
                  <a:gd name="T60" fmla="*/ 33 w 257"/>
                  <a:gd name="T61" fmla="*/ 30 h 190"/>
                  <a:gd name="T62" fmla="*/ 49 w 257"/>
                  <a:gd name="T63" fmla="*/ 36 h 190"/>
                  <a:gd name="T64" fmla="*/ 55 w 257"/>
                  <a:gd name="T65" fmla="*/ 36 h 190"/>
                  <a:gd name="T66" fmla="*/ 65 w 257"/>
                  <a:gd name="T67" fmla="*/ 42 h 190"/>
                  <a:gd name="T68" fmla="*/ 63 w 257"/>
                  <a:gd name="T69" fmla="*/ 56 h 190"/>
                  <a:gd name="T70" fmla="*/ 48 w 257"/>
                  <a:gd name="T71" fmla="*/ 69 h 190"/>
                  <a:gd name="T72" fmla="*/ 48 w 257"/>
                  <a:gd name="T73" fmla="*/ 74 h 190"/>
                  <a:gd name="T74" fmla="*/ 55 w 257"/>
                  <a:gd name="T75" fmla="*/ 66 h 190"/>
                  <a:gd name="T76" fmla="*/ 70 w 257"/>
                  <a:gd name="T77" fmla="*/ 57 h 190"/>
                  <a:gd name="T78" fmla="*/ 66 w 257"/>
                  <a:gd name="T79" fmla="*/ 64 h 190"/>
                  <a:gd name="T80" fmla="*/ 52 w 257"/>
                  <a:gd name="T81" fmla="*/ 80 h 190"/>
                  <a:gd name="T82" fmla="*/ 46 w 257"/>
                  <a:gd name="T83" fmla="*/ 91 h 190"/>
                  <a:gd name="T84" fmla="*/ 55 w 257"/>
                  <a:gd name="T85" fmla="*/ 87 h 190"/>
                  <a:gd name="T86" fmla="*/ 65 w 257"/>
                  <a:gd name="T87" fmla="*/ 82 h 190"/>
                  <a:gd name="T88" fmla="*/ 71 w 257"/>
                  <a:gd name="T89" fmla="*/ 68 h 190"/>
                  <a:gd name="T90" fmla="*/ 80 w 257"/>
                  <a:gd name="T91" fmla="*/ 54 h 190"/>
                  <a:gd name="T92" fmla="*/ 78 w 257"/>
                  <a:gd name="T93" fmla="*/ 42 h 190"/>
                  <a:gd name="T94" fmla="*/ 75 w 257"/>
                  <a:gd name="T95" fmla="*/ 35 h 190"/>
                  <a:gd name="T96" fmla="*/ 74 w 257"/>
                  <a:gd name="T97" fmla="*/ 46 h 190"/>
                  <a:gd name="T98" fmla="*/ 76 w 257"/>
                  <a:gd name="T99" fmla="*/ 54 h 190"/>
                  <a:gd name="T100" fmla="*/ 72 w 257"/>
                  <a:gd name="T101" fmla="*/ 51 h 190"/>
                  <a:gd name="T102" fmla="*/ 68 w 257"/>
                  <a:gd name="T103" fmla="*/ 41 h 190"/>
                  <a:gd name="T104" fmla="*/ 73 w 257"/>
                  <a:gd name="T105" fmla="*/ 32 h 190"/>
                  <a:gd name="T106" fmla="*/ 74 w 257"/>
                  <a:gd name="T107" fmla="*/ 24 h 190"/>
                  <a:gd name="T108" fmla="*/ 80 w 257"/>
                  <a:gd name="T109" fmla="*/ 30 h 190"/>
                  <a:gd name="T110" fmla="*/ 79 w 257"/>
                  <a:gd name="T111" fmla="*/ 15 h 190"/>
                  <a:gd name="T112" fmla="*/ 77 w 257"/>
                  <a:gd name="T113" fmla="*/ 11 h 190"/>
                  <a:gd name="T114" fmla="*/ 145 w 257"/>
                  <a:gd name="T115" fmla="*/ 19 h 190"/>
                  <a:gd name="T116" fmla="*/ 246 w 257"/>
                  <a:gd name="T117" fmla="*/ 4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57" h="190">
                    <a:moveTo>
                      <a:pt x="257" y="47"/>
                    </a:moveTo>
                    <a:cubicBezTo>
                      <a:pt x="257" y="47"/>
                      <a:pt x="233" y="161"/>
                      <a:pt x="228" y="167"/>
                    </a:cubicBezTo>
                    <a:cubicBezTo>
                      <a:pt x="224" y="174"/>
                      <a:pt x="229" y="172"/>
                      <a:pt x="229" y="179"/>
                    </a:cubicBezTo>
                    <a:cubicBezTo>
                      <a:pt x="229" y="185"/>
                      <a:pt x="227" y="190"/>
                      <a:pt x="227" y="190"/>
                    </a:cubicBezTo>
                    <a:cubicBezTo>
                      <a:pt x="161" y="173"/>
                      <a:pt x="161" y="173"/>
                      <a:pt x="161" y="173"/>
                    </a:cubicBezTo>
                    <a:cubicBezTo>
                      <a:pt x="150" y="172"/>
                      <a:pt x="150" y="172"/>
                      <a:pt x="150" y="172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1" y="172"/>
                      <a:pt x="141" y="172"/>
                      <a:pt x="141" y="172"/>
                    </a:cubicBezTo>
                    <a:cubicBezTo>
                      <a:pt x="137" y="173"/>
                      <a:pt x="137" y="173"/>
                      <a:pt x="137" y="173"/>
                    </a:cubicBezTo>
                    <a:cubicBezTo>
                      <a:pt x="108" y="174"/>
                      <a:pt x="108" y="174"/>
                      <a:pt x="108" y="174"/>
                    </a:cubicBezTo>
                    <a:cubicBezTo>
                      <a:pt x="105" y="172"/>
                      <a:pt x="105" y="172"/>
                      <a:pt x="105" y="172"/>
                    </a:cubicBezTo>
                    <a:cubicBezTo>
                      <a:pt x="102" y="173"/>
                      <a:pt x="102" y="173"/>
                      <a:pt x="102" y="173"/>
                    </a:cubicBezTo>
                    <a:cubicBezTo>
                      <a:pt x="99" y="174"/>
                      <a:pt x="99" y="174"/>
                      <a:pt x="99" y="174"/>
                    </a:cubicBezTo>
                    <a:cubicBezTo>
                      <a:pt x="97" y="174"/>
                      <a:pt x="97" y="174"/>
                      <a:pt x="97" y="174"/>
                    </a:cubicBezTo>
                    <a:cubicBezTo>
                      <a:pt x="94" y="173"/>
                      <a:pt x="94" y="173"/>
                      <a:pt x="94" y="173"/>
                    </a:cubicBezTo>
                    <a:cubicBezTo>
                      <a:pt x="94" y="172"/>
                      <a:pt x="94" y="172"/>
                      <a:pt x="94" y="172"/>
                    </a:cubicBezTo>
                    <a:cubicBezTo>
                      <a:pt x="89" y="172"/>
                      <a:pt x="89" y="172"/>
                      <a:pt x="89" y="172"/>
                    </a:cubicBezTo>
                    <a:cubicBezTo>
                      <a:pt x="86" y="171"/>
                      <a:pt x="86" y="171"/>
                      <a:pt x="86" y="171"/>
                    </a:cubicBezTo>
                    <a:cubicBezTo>
                      <a:pt x="85" y="169"/>
                      <a:pt x="85" y="169"/>
                      <a:pt x="85" y="169"/>
                    </a:cubicBezTo>
                    <a:cubicBezTo>
                      <a:pt x="85" y="168"/>
                      <a:pt x="85" y="168"/>
                      <a:pt x="85" y="168"/>
                    </a:cubicBezTo>
                    <a:cubicBezTo>
                      <a:pt x="81" y="167"/>
                      <a:pt x="81" y="167"/>
                      <a:pt x="81" y="167"/>
                    </a:cubicBezTo>
                    <a:cubicBezTo>
                      <a:pt x="73" y="165"/>
                      <a:pt x="73" y="165"/>
                      <a:pt x="73" y="165"/>
                    </a:cubicBezTo>
                    <a:cubicBezTo>
                      <a:pt x="68" y="163"/>
                      <a:pt x="68" y="163"/>
                      <a:pt x="68" y="163"/>
                    </a:cubicBezTo>
                    <a:cubicBezTo>
                      <a:pt x="66" y="162"/>
                      <a:pt x="66" y="162"/>
                      <a:pt x="66" y="162"/>
                    </a:cubicBezTo>
                    <a:cubicBezTo>
                      <a:pt x="60" y="163"/>
                      <a:pt x="60" y="163"/>
                      <a:pt x="60" y="163"/>
                    </a:cubicBezTo>
                    <a:cubicBezTo>
                      <a:pt x="51" y="165"/>
                      <a:pt x="51" y="165"/>
                      <a:pt x="51" y="165"/>
                    </a:cubicBezTo>
                    <a:cubicBezTo>
                      <a:pt x="40" y="162"/>
                      <a:pt x="40" y="162"/>
                      <a:pt x="40" y="162"/>
                    </a:cubicBezTo>
                    <a:cubicBezTo>
                      <a:pt x="33" y="156"/>
                      <a:pt x="33" y="156"/>
                      <a:pt x="33" y="156"/>
                    </a:cubicBezTo>
                    <a:cubicBezTo>
                      <a:pt x="33" y="156"/>
                      <a:pt x="36" y="149"/>
                      <a:pt x="35" y="140"/>
                    </a:cubicBezTo>
                    <a:cubicBezTo>
                      <a:pt x="34" y="130"/>
                      <a:pt x="29" y="128"/>
                      <a:pt x="29" y="128"/>
                    </a:cubicBezTo>
                    <a:cubicBezTo>
                      <a:pt x="24" y="128"/>
                      <a:pt x="24" y="128"/>
                      <a:pt x="24" y="128"/>
                    </a:cubicBezTo>
                    <a:cubicBezTo>
                      <a:pt x="20" y="126"/>
                      <a:pt x="20" y="126"/>
                      <a:pt x="20" y="126"/>
                    </a:cubicBezTo>
                    <a:cubicBezTo>
                      <a:pt x="20" y="126"/>
                      <a:pt x="20" y="120"/>
                      <a:pt x="15" y="120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1" y="109"/>
                      <a:pt x="1" y="109"/>
                      <a:pt x="1" y="109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4" y="102"/>
                      <a:pt x="4" y="102"/>
                      <a:pt x="4" y="102"/>
                    </a:cubicBezTo>
                    <a:cubicBezTo>
                      <a:pt x="5" y="105"/>
                      <a:pt x="5" y="105"/>
                      <a:pt x="5" y="105"/>
                    </a:cubicBezTo>
                    <a:cubicBezTo>
                      <a:pt x="6" y="106"/>
                      <a:pt x="6" y="106"/>
                      <a:pt x="6" y="106"/>
                    </a:cubicBezTo>
                    <a:cubicBezTo>
                      <a:pt x="7" y="105"/>
                      <a:pt x="7" y="105"/>
                      <a:pt x="7" y="105"/>
                    </a:cubicBezTo>
                    <a:cubicBezTo>
                      <a:pt x="7" y="101"/>
                      <a:pt x="7" y="101"/>
                      <a:pt x="7" y="101"/>
                    </a:cubicBezTo>
                    <a:cubicBezTo>
                      <a:pt x="11" y="99"/>
                      <a:pt x="11" y="99"/>
                      <a:pt x="11" y="99"/>
                    </a:cubicBezTo>
                    <a:cubicBezTo>
                      <a:pt x="11" y="98"/>
                      <a:pt x="11" y="98"/>
                      <a:pt x="11" y="98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14" y="87"/>
                      <a:pt x="14" y="87"/>
                      <a:pt x="14" y="87"/>
                    </a:cubicBezTo>
                    <a:cubicBezTo>
                      <a:pt x="16" y="85"/>
                      <a:pt x="16" y="85"/>
                      <a:pt x="16" y="85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6" y="64"/>
                      <a:pt x="6" y="64"/>
                      <a:pt x="6" y="64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3" y="37"/>
                      <a:pt x="3" y="37"/>
                      <a:pt x="3" y="37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42" y="34"/>
                      <a:pt x="42" y="34"/>
                      <a:pt x="42" y="34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48" y="69"/>
                      <a:pt x="48" y="69"/>
                      <a:pt x="48" y="69"/>
                    </a:cubicBezTo>
                    <a:cubicBezTo>
                      <a:pt x="46" y="73"/>
                      <a:pt x="46" y="73"/>
                      <a:pt x="46" y="73"/>
                    </a:cubicBezTo>
                    <a:cubicBezTo>
                      <a:pt x="48" y="74"/>
                      <a:pt x="48" y="74"/>
                      <a:pt x="48" y="74"/>
                    </a:cubicBezTo>
                    <a:cubicBezTo>
                      <a:pt x="52" y="70"/>
                      <a:pt x="52" y="70"/>
                      <a:pt x="52" y="70"/>
                    </a:cubicBezTo>
                    <a:cubicBezTo>
                      <a:pt x="55" y="66"/>
                      <a:pt x="55" y="66"/>
                      <a:pt x="55" y="66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6" y="64"/>
                      <a:pt x="66" y="64"/>
                      <a:pt x="66" y="64"/>
                    </a:cubicBezTo>
                    <a:cubicBezTo>
                      <a:pt x="62" y="74"/>
                      <a:pt x="62" y="74"/>
                      <a:pt x="62" y="74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46" y="86"/>
                      <a:pt x="46" y="86"/>
                      <a:pt x="46" y="86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50" y="92"/>
                      <a:pt x="50" y="92"/>
                      <a:pt x="50" y="92"/>
                    </a:cubicBezTo>
                    <a:cubicBezTo>
                      <a:pt x="55" y="87"/>
                      <a:pt x="55" y="87"/>
                      <a:pt x="55" y="87"/>
                    </a:cubicBezTo>
                    <a:cubicBezTo>
                      <a:pt x="60" y="83"/>
                      <a:pt x="60" y="83"/>
                      <a:pt x="60" y="83"/>
                    </a:cubicBezTo>
                    <a:cubicBezTo>
                      <a:pt x="65" y="82"/>
                      <a:pt x="65" y="82"/>
                      <a:pt x="65" y="82"/>
                    </a:cubicBezTo>
                    <a:cubicBezTo>
                      <a:pt x="69" y="78"/>
                      <a:pt x="69" y="78"/>
                      <a:pt x="69" y="78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1" y="50"/>
                      <a:pt x="81" y="50"/>
                      <a:pt x="81" y="50"/>
                    </a:cubicBezTo>
                    <a:cubicBezTo>
                      <a:pt x="78" y="42"/>
                      <a:pt x="78" y="42"/>
                      <a:pt x="78" y="42"/>
                    </a:cubicBezTo>
                    <a:cubicBezTo>
                      <a:pt x="78" y="34"/>
                      <a:pt x="78" y="34"/>
                      <a:pt x="78" y="34"/>
                    </a:cubicBezTo>
                    <a:cubicBezTo>
                      <a:pt x="75" y="35"/>
                      <a:pt x="75" y="35"/>
                      <a:pt x="75" y="35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68" y="41"/>
                      <a:pt x="68" y="41"/>
                      <a:pt x="68" y="41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79" y="29"/>
                      <a:pt x="79" y="29"/>
                      <a:pt x="79" y="29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79" y="15"/>
                      <a:pt x="79" y="15"/>
                      <a:pt x="79" y="15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133" y="16"/>
                      <a:pt x="145" y="19"/>
                    </a:cubicBezTo>
                    <a:cubicBezTo>
                      <a:pt x="156" y="22"/>
                      <a:pt x="230" y="42"/>
                      <a:pt x="235" y="43"/>
                    </a:cubicBezTo>
                    <a:cubicBezTo>
                      <a:pt x="240" y="45"/>
                      <a:pt x="246" y="45"/>
                      <a:pt x="246" y="45"/>
                    </a:cubicBezTo>
                    <a:lnTo>
                      <a:pt x="257" y="4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5" name="Freeform 6">
                <a:extLst>
                  <a:ext uri="{FF2B5EF4-FFF2-40B4-BE49-F238E27FC236}">
                    <a16:creationId xmlns:a16="http://schemas.microsoft.com/office/drawing/2014/main" id="{DE52ABF3-26CE-982E-EBB6-0368C3071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3847" y="2349975"/>
                <a:ext cx="338256" cy="347246"/>
              </a:xfrm>
              <a:custGeom>
                <a:avLst/>
                <a:gdLst>
                  <a:gd name="T0" fmla="*/ 34 w 228"/>
                  <a:gd name="T1" fmla="*/ 0 h 234"/>
                  <a:gd name="T2" fmla="*/ 228 w 228"/>
                  <a:gd name="T3" fmla="*/ 23 h 234"/>
                  <a:gd name="T4" fmla="*/ 227 w 228"/>
                  <a:gd name="T5" fmla="*/ 44 h 234"/>
                  <a:gd name="T6" fmla="*/ 224 w 228"/>
                  <a:gd name="T7" fmla="*/ 44 h 234"/>
                  <a:gd name="T8" fmla="*/ 210 w 228"/>
                  <a:gd name="T9" fmla="*/ 226 h 234"/>
                  <a:gd name="T10" fmla="*/ 91 w 228"/>
                  <a:gd name="T11" fmla="*/ 215 h 234"/>
                  <a:gd name="T12" fmla="*/ 90 w 228"/>
                  <a:gd name="T13" fmla="*/ 224 h 234"/>
                  <a:gd name="T14" fmla="*/ 32 w 228"/>
                  <a:gd name="T15" fmla="*/ 218 h 234"/>
                  <a:gd name="T16" fmla="*/ 29 w 228"/>
                  <a:gd name="T17" fmla="*/ 234 h 234"/>
                  <a:gd name="T18" fmla="*/ 0 w 228"/>
                  <a:gd name="T19" fmla="*/ 230 h 234"/>
                  <a:gd name="T20" fmla="*/ 34 w 228"/>
                  <a:gd name="T21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8" h="234">
                    <a:moveTo>
                      <a:pt x="34" y="0"/>
                    </a:moveTo>
                    <a:lnTo>
                      <a:pt x="228" y="23"/>
                    </a:lnTo>
                    <a:lnTo>
                      <a:pt x="227" y="44"/>
                    </a:lnTo>
                    <a:lnTo>
                      <a:pt x="224" y="44"/>
                    </a:lnTo>
                    <a:lnTo>
                      <a:pt x="210" y="226"/>
                    </a:lnTo>
                    <a:lnTo>
                      <a:pt x="91" y="215"/>
                    </a:lnTo>
                    <a:lnTo>
                      <a:pt x="90" y="224"/>
                    </a:lnTo>
                    <a:lnTo>
                      <a:pt x="32" y="218"/>
                    </a:lnTo>
                    <a:lnTo>
                      <a:pt x="29" y="234"/>
                    </a:lnTo>
                    <a:lnTo>
                      <a:pt x="0" y="23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6" name="Freeform 7">
                <a:extLst>
                  <a:ext uri="{FF2B5EF4-FFF2-40B4-BE49-F238E27FC236}">
                    <a16:creationId xmlns:a16="http://schemas.microsoft.com/office/drawing/2014/main" id="{DCEAA187-F6F8-8E86-A089-87A10FB07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19950" y="2415270"/>
                <a:ext cx="670577" cy="661847"/>
              </a:xfrm>
              <a:custGeom>
                <a:avLst/>
                <a:gdLst>
                  <a:gd name="T0" fmla="*/ 450 w 452"/>
                  <a:gd name="T1" fmla="*/ 234 h 446"/>
                  <a:gd name="T2" fmla="*/ 446 w 452"/>
                  <a:gd name="T3" fmla="*/ 215 h 446"/>
                  <a:gd name="T4" fmla="*/ 435 w 452"/>
                  <a:gd name="T5" fmla="*/ 131 h 446"/>
                  <a:gd name="T6" fmla="*/ 417 w 452"/>
                  <a:gd name="T7" fmla="*/ 128 h 446"/>
                  <a:gd name="T8" fmla="*/ 398 w 452"/>
                  <a:gd name="T9" fmla="*/ 117 h 446"/>
                  <a:gd name="T10" fmla="*/ 378 w 452"/>
                  <a:gd name="T11" fmla="*/ 116 h 446"/>
                  <a:gd name="T12" fmla="*/ 365 w 452"/>
                  <a:gd name="T13" fmla="*/ 118 h 446"/>
                  <a:gd name="T14" fmla="*/ 352 w 452"/>
                  <a:gd name="T15" fmla="*/ 122 h 446"/>
                  <a:gd name="T16" fmla="*/ 332 w 452"/>
                  <a:gd name="T17" fmla="*/ 118 h 446"/>
                  <a:gd name="T18" fmla="*/ 325 w 452"/>
                  <a:gd name="T19" fmla="*/ 116 h 446"/>
                  <a:gd name="T20" fmla="*/ 310 w 452"/>
                  <a:gd name="T21" fmla="*/ 112 h 446"/>
                  <a:gd name="T22" fmla="*/ 301 w 452"/>
                  <a:gd name="T23" fmla="*/ 111 h 446"/>
                  <a:gd name="T24" fmla="*/ 284 w 452"/>
                  <a:gd name="T25" fmla="*/ 107 h 446"/>
                  <a:gd name="T26" fmla="*/ 269 w 452"/>
                  <a:gd name="T27" fmla="*/ 101 h 446"/>
                  <a:gd name="T28" fmla="*/ 253 w 452"/>
                  <a:gd name="T29" fmla="*/ 93 h 446"/>
                  <a:gd name="T30" fmla="*/ 242 w 452"/>
                  <a:gd name="T31" fmla="*/ 90 h 446"/>
                  <a:gd name="T32" fmla="*/ 125 w 452"/>
                  <a:gd name="T33" fmla="*/ 182 h 446"/>
                  <a:gd name="T34" fmla="*/ 2 w 452"/>
                  <a:gd name="T35" fmla="*/ 183 h 446"/>
                  <a:gd name="T36" fmla="*/ 13 w 452"/>
                  <a:gd name="T37" fmla="*/ 197 h 446"/>
                  <a:gd name="T38" fmla="*/ 22 w 452"/>
                  <a:gd name="T39" fmla="*/ 205 h 446"/>
                  <a:gd name="T40" fmla="*/ 41 w 452"/>
                  <a:gd name="T41" fmla="*/ 224 h 446"/>
                  <a:gd name="T42" fmla="*/ 55 w 452"/>
                  <a:gd name="T43" fmla="*/ 238 h 446"/>
                  <a:gd name="T44" fmla="*/ 59 w 452"/>
                  <a:gd name="T45" fmla="*/ 259 h 446"/>
                  <a:gd name="T46" fmla="*/ 66 w 452"/>
                  <a:gd name="T47" fmla="*/ 278 h 446"/>
                  <a:gd name="T48" fmla="*/ 74 w 452"/>
                  <a:gd name="T49" fmla="*/ 286 h 446"/>
                  <a:gd name="T50" fmla="*/ 88 w 452"/>
                  <a:gd name="T51" fmla="*/ 296 h 446"/>
                  <a:gd name="T52" fmla="*/ 109 w 452"/>
                  <a:gd name="T53" fmla="*/ 307 h 446"/>
                  <a:gd name="T54" fmla="*/ 120 w 452"/>
                  <a:gd name="T55" fmla="*/ 298 h 446"/>
                  <a:gd name="T56" fmla="*/ 127 w 452"/>
                  <a:gd name="T57" fmla="*/ 283 h 446"/>
                  <a:gd name="T58" fmla="*/ 148 w 452"/>
                  <a:gd name="T59" fmla="*/ 275 h 446"/>
                  <a:gd name="T60" fmla="*/ 170 w 452"/>
                  <a:gd name="T61" fmla="*/ 279 h 446"/>
                  <a:gd name="T62" fmla="*/ 183 w 452"/>
                  <a:gd name="T63" fmla="*/ 292 h 446"/>
                  <a:gd name="T64" fmla="*/ 200 w 452"/>
                  <a:gd name="T65" fmla="*/ 320 h 446"/>
                  <a:gd name="T66" fmla="*/ 210 w 452"/>
                  <a:gd name="T67" fmla="*/ 343 h 446"/>
                  <a:gd name="T68" fmla="*/ 235 w 452"/>
                  <a:gd name="T69" fmla="*/ 372 h 446"/>
                  <a:gd name="T70" fmla="*/ 237 w 452"/>
                  <a:gd name="T71" fmla="*/ 388 h 446"/>
                  <a:gd name="T72" fmla="*/ 249 w 452"/>
                  <a:gd name="T73" fmla="*/ 416 h 446"/>
                  <a:gd name="T74" fmla="*/ 273 w 452"/>
                  <a:gd name="T75" fmla="*/ 427 h 446"/>
                  <a:gd name="T76" fmla="*/ 291 w 452"/>
                  <a:gd name="T77" fmla="*/ 438 h 446"/>
                  <a:gd name="T78" fmla="*/ 305 w 452"/>
                  <a:gd name="T79" fmla="*/ 442 h 446"/>
                  <a:gd name="T80" fmla="*/ 321 w 452"/>
                  <a:gd name="T81" fmla="*/ 441 h 446"/>
                  <a:gd name="T82" fmla="*/ 317 w 452"/>
                  <a:gd name="T83" fmla="*/ 425 h 446"/>
                  <a:gd name="T84" fmla="*/ 308 w 452"/>
                  <a:gd name="T85" fmla="*/ 404 h 446"/>
                  <a:gd name="T86" fmla="*/ 318 w 452"/>
                  <a:gd name="T87" fmla="*/ 370 h 446"/>
                  <a:gd name="T88" fmla="*/ 311 w 452"/>
                  <a:gd name="T89" fmla="*/ 361 h 446"/>
                  <a:gd name="T90" fmla="*/ 326 w 452"/>
                  <a:gd name="T91" fmla="*/ 355 h 446"/>
                  <a:gd name="T92" fmla="*/ 324 w 452"/>
                  <a:gd name="T93" fmla="*/ 350 h 446"/>
                  <a:gd name="T94" fmla="*/ 338 w 452"/>
                  <a:gd name="T95" fmla="*/ 350 h 446"/>
                  <a:gd name="T96" fmla="*/ 336 w 452"/>
                  <a:gd name="T97" fmla="*/ 345 h 446"/>
                  <a:gd name="T98" fmla="*/ 347 w 452"/>
                  <a:gd name="T99" fmla="*/ 342 h 446"/>
                  <a:gd name="T100" fmla="*/ 346 w 452"/>
                  <a:gd name="T101" fmla="*/ 331 h 446"/>
                  <a:gd name="T102" fmla="*/ 357 w 452"/>
                  <a:gd name="T103" fmla="*/ 329 h 446"/>
                  <a:gd name="T104" fmla="*/ 367 w 452"/>
                  <a:gd name="T105" fmla="*/ 329 h 446"/>
                  <a:gd name="T106" fmla="*/ 395 w 452"/>
                  <a:gd name="T107" fmla="*/ 314 h 446"/>
                  <a:gd name="T108" fmla="*/ 403 w 452"/>
                  <a:gd name="T109" fmla="*/ 305 h 446"/>
                  <a:gd name="T110" fmla="*/ 403 w 452"/>
                  <a:gd name="T111" fmla="*/ 296 h 446"/>
                  <a:gd name="T112" fmla="*/ 410 w 452"/>
                  <a:gd name="T113" fmla="*/ 286 h 446"/>
                  <a:gd name="T114" fmla="*/ 412 w 452"/>
                  <a:gd name="T115" fmla="*/ 299 h 446"/>
                  <a:gd name="T116" fmla="*/ 439 w 452"/>
                  <a:gd name="T117" fmla="*/ 288 h 446"/>
                  <a:gd name="T118" fmla="*/ 447 w 452"/>
                  <a:gd name="T119" fmla="*/ 268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2" h="446">
                    <a:moveTo>
                      <a:pt x="446" y="253"/>
                    </a:moveTo>
                    <a:lnTo>
                      <a:pt x="448" y="245"/>
                    </a:lnTo>
                    <a:lnTo>
                      <a:pt x="452" y="240"/>
                    </a:lnTo>
                    <a:lnTo>
                      <a:pt x="450" y="234"/>
                    </a:lnTo>
                    <a:lnTo>
                      <a:pt x="448" y="226"/>
                    </a:lnTo>
                    <a:lnTo>
                      <a:pt x="447" y="223"/>
                    </a:lnTo>
                    <a:lnTo>
                      <a:pt x="447" y="217"/>
                    </a:lnTo>
                    <a:lnTo>
                      <a:pt x="446" y="215"/>
                    </a:lnTo>
                    <a:lnTo>
                      <a:pt x="442" y="206"/>
                    </a:lnTo>
                    <a:lnTo>
                      <a:pt x="442" y="204"/>
                    </a:lnTo>
                    <a:lnTo>
                      <a:pt x="435" y="198"/>
                    </a:lnTo>
                    <a:lnTo>
                      <a:pt x="435" y="131"/>
                    </a:lnTo>
                    <a:lnTo>
                      <a:pt x="425" y="130"/>
                    </a:lnTo>
                    <a:lnTo>
                      <a:pt x="423" y="132"/>
                    </a:lnTo>
                    <a:lnTo>
                      <a:pt x="420" y="131"/>
                    </a:lnTo>
                    <a:lnTo>
                      <a:pt x="417" y="128"/>
                    </a:lnTo>
                    <a:lnTo>
                      <a:pt x="413" y="126"/>
                    </a:lnTo>
                    <a:lnTo>
                      <a:pt x="408" y="126"/>
                    </a:lnTo>
                    <a:lnTo>
                      <a:pt x="402" y="122"/>
                    </a:lnTo>
                    <a:lnTo>
                      <a:pt x="398" y="117"/>
                    </a:lnTo>
                    <a:lnTo>
                      <a:pt x="393" y="116"/>
                    </a:lnTo>
                    <a:lnTo>
                      <a:pt x="385" y="118"/>
                    </a:lnTo>
                    <a:lnTo>
                      <a:pt x="383" y="117"/>
                    </a:lnTo>
                    <a:lnTo>
                      <a:pt x="378" y="116"/>
                    </a:lnTo>
                    <a:lnTo>
                      <a:pt x="374" y="119"/>
                    </a:lnTo>
                    <a:lnTo>
                      <a:pt x="372" y="120"/>
                    </a:lnTo>
                    <a:lnTo>
                      <a:pt x="369" y="118"/>
                    </a:lnTo>
                    <a:lnTo>
                      <a:pt x="365" y="118"/>
                    </a:lnTo>
                    <a:lnTo>
                      <a:pt x="363" y="121"/>
                    </a:lnTo>
                    <a:lnTo>
                      <a:pt x="358" y="124"/>
                    </a:lnTo>
                    <a:lnTo>
                      <a:pt x="354" y="125"/>
                    </a:lnTo>
                    <a:lnTo>
                      <a:pt x="352" y="122"/>
                    </a:lnTo>
                    <a:lnTo>
                      <a:pt x="349" y="119"/>
                    </a:lnTo>
                    <a:lnTo>
                      <a:pt x="341" y="120"/>
                    </a:lnTo>
                    <a:lnTo>
                      <a:pt x="336" y="117"/>
                    </a:lnTo>
                    <a:lnTo>
                      <a:pt x="332" y="118"/>
                    </a:lnTo>
                    <a:lnTo>
                      <a:pt x="330" y="122"/>
                    </a:lnTo>
                    <a:lnTo>
                      <a:pt x="328" y="123"/>
                    </a:lnTo>
                    <a:lnTo>
                      <a:pt x="327" y="118"/>
                    </a:lnTo>
                    <a:lnTo>
                      <a:pt x="325" y="116"/>
                    </a:lnTo>
                    <a:lnTo>
                      <a:pt x="319" y="120"/>
                    </a:lnTo>
                    <a:lnTo>
                      <a:pt x="318" y="116"/>
                    </a:lnTo>
                    <a:lnTo>
                      <a:pt x="312" y="112"/>
                    </a:lnTo>
                    <a:lnTo>
                      <a:pt x="310" y="112"/>
                    </a:lnTo>
                    <a:lnTo>
                      <a:pt x="308" y="115"/>
                    </a:lnTo>
                    <a:lnTo>
                      <a:pt x="305" y="117"/>
                    </a:lnTo>
                    <a:lnTo>
                      <a:pt x="302" y="116"/>
                    </a:lnTo>
                    <a:lnTo>
                      <a:pt x="301" y="111"/>
                    </a:lnTo>
                    <a:lnTo>
                      <a:pt x="298" y="111"/>
                    </a:lnTo>
                    <a:lnTo>
                      <a:pt x="295" y="105"/>
                    </a:lnTo>
                    <a:lnTo>
                      <a:pt x="287" y="105"/>
                    </a:lnTo>
                    <a:lnTo>
                      <a:pt x="284" y="107"/>
                    </a:lnTo>
                    <a:lnTo>
                      <a:pt x="281" y="104"/>
                    </a:lnTo>
                    <a:lnTo>
                      <a:pt x="280" y="104"/>
                    </a:lnTo>
                    <a:lnTo>
                      <a:pt x="275" y="105"/>
                    </a:lnTo>
                    <a:lnTo>
                      <a:pt x="269" y="101"/>
                    </a:lnTo>
                    <a:lnTo>
                      <a:pt x="261" y="101"/>
                    </a:lnTo>
                    <a:lnTo>
                      <a:pt x="259" y="94"/>
                    </a:lnTo>
                    <a:lnTo>
                      <a:pt x="255" y="92"/>
                    </a:lnTo>
                    <a:lnTo>
                      <a:pt x="253" y="93"/>
                    </a:lnTo>
                    <a:lnTo>
                      <a:pt x="250" y="92"/>
                    </a:lnTo>
                    <a:lnTo>
                      <a:pt x="247" y="93"/>
                    </a:lnTo>
                    <a:lnTo>
                      <a:pt x="244" y="93"/>
                    </a:lnTo>
                    <a:lnTo>
                      <a:pt x="242" y="90"/>
                    </a:lnTo>
                    <a:lnTo>
                      <a:pt x="235" y="83"/>
                    </a:lnTo>
                    <a:lnTo>
                      <a:pt x="239" y="6"/>
                    </a:lnTo>
                    <a:lnTo>
                      <a:pt x="139" y="0"/>
                    </a:lnTo>
                    <a:lnTo>
                      <a:pt x="125" y="182"/>
                    </a:lnTo>
                    <a:lnTo>
                      <a:pt x="6" y="171"/>
                    </a:lnTo>
                    <a:lnTo>
                      <a:pt x="5" y="180"/>
                    </a:lnTo>
                    <a:lnTo>
                      <a:pt x="0" y="180"/>
                    </a:lnTo>
                    <a:lnTo>
                      <a:pt x="2" y="183"/>
                    </a:lnTo>
                    <a:lnTo>
                      <a:pt x="7" y="186"/>
                    </a:lnTo>
                    <a:lnTo>
                      <a:pt x="10" y="190"/>
                    </a:lnTo>
                    <a:lnTo>
                      <a:pt x="11" y="193"/>
                    </a:lnTo>
                    <a:lnTo>
                      <a:pt x="13" y="197"/>
                    </a:lnTo>
                    <a:lnTo>
                      <a:pt x="15" y="198"/>
                    </a:lnTo>
                    <a:lnTo>
                      <a:pt x="18" y="200"/>
                    </a:lnTo>
                    <a:lnTo>
                      <a:pt x="21" y="202"/>
                    </a:lnTo>
                    <a:lnTo>
                      <a:pt x="22" y="205"/>
                    </a:lnTo>
                    <a:lnTo>
                      <a:pt x="26" y="210"/>
                    </a:lnTo>
                    <a:lnTo>
                      <a:pt x="30" y="213"/>
                    </a:lnTo>
                    <a:lnTo>
                      <a:pt x="38" y="224"/>
                    </a:lnTo>
                    <a:lnTo>
                      <a:pt x="41" y="224"/>
                    </a:lnTo>
                    <a:lnTo>
                      <a:pt x="44" y="227"/>
                    </a:lnTo>
                    <a:lnTo>
                      <a:pt x="48" y="230"/>
                    </a:lnTo>
                    <a:lnTo>
                      <a:pt x="53" y="234"/>
                    </a:lnTo>
                    <a:lnTo>
                      <a:pt x="55" y="238"/>
                    </a:lnTo>
                    <a:lnTo>
                      <a:pt x="55" y="245"/>
                    </a:lnTo>
                    <a:lnTo>
                      <a:pt x="59" y="251"/>
                    </a:lnTo>
                    <a:lnTo>
                      <a:pt x="60" y="255"/>
                    </a:lnTo>
                    <a:lnTo>
                      <a:pt x="59" y="259"/>
                    </a:lnTo>
                    <a:lnTo>
                      <a:pt x="59" y="264"/>
                    </a:lnTo>
                    <a:lnTo>
                      <a:pt x="60" y="270"/>
                    </a:lnTo>
                    <a:lnTo>
                      <a:pt x="65" y="275"/>
                    </a:lnTo>
                    <a:lnTo>
                      <a:pt x="66" y="278"/>
                    </a:lnTo>
                    <a:lnTo>
                      <a:pt x="67" y="279"/>
                    </a:lnTo>
                    <a:lnTo>
                      <a:pt x="69" y="281"/>
                    </a:lnTo>
                    <a:lnTo>
                      <a:pt x="71" y="283"/>
                    </a:lnTo>
                    <a:lnTo>
                      <a:pt x="74" y="286"/>
                    </a:lnTo>
                    <a:lnTo>
                      <a:pt x="78" y="289"/>
                    </a:lnTo>
                    <a:lnTo>
                      <a:pt x="81" y="292"/>
                    </a:lnTo>
                    <a:lnTo>
                      <a:pt x="84" y="293"/>
                    </a:lnTo>
                    <a:lnTo>
                      <a:pt x="88" y="296"/>
                    </a:lnTo>
                    <a:lnTo>
                      <a:pt x="94" y="299"/>
                    </a:lnTo>
                    <a:lnTo>
                      <a:pt x="101" y="304"/>
                    </a:lnTo>
                    <a:lnTo>
                      <a:pt x="104" y="305"/>
                    </a:lnTo>
                    <a:lnTo>
                      <a:pt x="109" y="307"/>
                    </a:lnTo>
                    <a:lnTo>
                      <a:pt x="113" y="307"/>
                    </a:lnTo>
                    <a:lnTo>
                      <a:pt x="115" y="303"/>
                    </a:lnTo>
                    <a:lnTo>
                      <a:pt x="118" y="300"/>
                    </a:lnTo>
                    <a:lnTo>
                      <a:pt x="120" y="298"/>
                    </a:lnTo>
                    <a:lnTo>
                      <a:pt x="123" y="297"/>
                    </a:lnTo>
                    <a:lnTo>
                      <a:pt x="123" y="292"/>
                    </a:lnTo>
                    <a:lnTo>
                      <a:pt x="125" y="288"/>
                    </a:lnTo>
                    <a:lnTo>
                      <a:pt x="127" y="283"/>
                    </a:lnTo>
                    <a:lnTo>
                      <a:pt x="132" y="277"/>
                    </a:lnTo>
                    <a:lnTo>
                      <a:pt x="139" y="276"/>
                    </a:lnTo>
                    <a:lnTo>
                      <a:pt x="143" y="275"/>
                    </a:lnTo>
                    <a:lnTo>
                      <a:pt x="148" y="275"/>
                    </a:lnTo>
                    <a:lnTo>
                      <a:pt x="153" y="277"/>
                    </a:lnTo>
                    <a:lnTo>
                      <a:pt x="159" y="278"/>
                    </a:lnTo>
                    <a:lnTo>
                      <a:pt x="162" y="278"/>
                    </a:lnTo>
                    <a:lnTo>
                      <a:pt x="170" y="279"/>
                    </a:lnTo>
                    <a:lnTo>
                      <a:pt x="173" y="281"/>
                    </a:lnTo>
                    <a:lnTo>
                      <a:pt x="176" y="287"/>
                    </a:lnTo>
                    <a:lnTo>
                      <a:pt x="178" y="287"/>
                    </a:lnTo>
                    <a:lnTo>
                      <a:pt x="183" y="292"/>
                    </a:lnTo>
                    <a:lnTo>
                      <a:pt x="187" y="294"/>
                    </a:lnTo>
                    <a:lnTo>
                      <a:pt x="190" y="300"/>
                    </a:lnTo>
                    <a:lnTo>
                      <a:pt x="196" y="308"/>
                    </a:lnTo>
                    <a:lnTo>
                      <a:pt x="200" y="320"/>
                    </a:lnTo>
                    <a:lnTo>
                      <a:pt x="203" y="324"/>
                    </a:lnTo>
                    <a:lnTo>
                      <a:pt x="207" y="332"/>
                    </a:lnTo>
                    <a:lnTo>
                      <a:pt x="207" y="335"/>
                    </a:lnTo>
                    <a:lnTo>
                      <a:pt x="210" y="343"/>
                    </a:lnTo>
                    <a:lnTo>
                      <a:pt x="218" y="350"/>
                    </a:lnTo>
                    <a:lnTo>
                      <a:pt x="220" y="358"/>
                    </a:lnTo>
                    <a:lnTo>
                      <a:pt x="230" y="370"/>
                    </a:lnTo>
                    <a:lnTo>
                      <a:pt x="235" y="372"/>
                    </a:lnTo>
                    <a:lnTo>
                      <a:pt x="234" y="381"/>
                    </a:lnTo>
                    <a:lnTo>
                      <a:pt x="232" y="383"/>
                    </a:lnTo>
                    <a:lnTo>
                      <a:pt x="234" y="385"/>
                    </a:lnTo>
                    <a:lnTo>
                      <a:pt x="237" y="388"/>
                    </a:lnTo>
                    <a:lnTo>
                      <a:pt x="237" y="394"/>
                    </a:lnTo>
                    <a:lnTo>
                      <a:pt x="243" y="405"/>
                    </a:lnTo>
                    <a:lnTo>
                      <a:pt x="246" y="411"/>
                    </a:lnTo>
                    <a:lnTo>
                      <a:pt x="249" y="416"/>
                    </a:lnTo>
                    <a:lnTo>
                      <a:pt x="251" y="421"/>
                    </a:lnTo>
                    <a:lnTo>
                      <a:pt x="259" y="422"/>
                    </a:lnTo>
                    <a:lnTo>
                      <a:pt x="264" y="427"/>
                    </a:lnTo>
                    <a:lnTo>
                      <a:pt x="273" y="427"/>
                    </a:lnTo>
                    <a:lnTo>
                      <a:pt x="280" y="434"/>
                    </a:lnTo>
                    <a:lnTo>
                      <a:pt x="284" y="434"/>
                    </a:lnTo>
                    <a:lnTo>
                      <a:pt x="286" y="437"/>
                    </a:lnTo>
                    <a:lnTo>
                      <a:pt x="291" y="438"/>
                    </a:lnTo>
                    <a:lnTo>
                      <a:pt x="292" y="436"/>
                    </a:lnTo>
                    <a:lnTo>
                      <a:pt x="302" y="438"/>
                    </a:lnTo>
                    <a:lnTo>
                      <a:pt x="302" y="439"/>
                    </a:lnTo>
                    <a:lnTo>
                      <a:pt x="305" y="442"/>
                    </a:lnTo>
                    <a:lnTo>
                      <a:pt x="310" y="446"/>
                    </a:lnTo>
                    <a:lnTo>
                      <a:pt x="313" y="444"/>
                    </a:lnTo>
                    <a:lnTo>
                      <a:pt x="314" y="442"/>
                    </a:lnTo>
                    <a:lnTo>
                      <a:pt x="321" y="441"/>
                    </a:lnTo>
                    <a:lnTo>
                      <a:pt x="319" y="436"/>
                    </a:lnTo>
                    <a:lnTo>
                      <a:pt x="319" y="433"/>
                    </a:lnTo>
                    <a:lnTo>
                      <a:pt x="318" y="429"/>
                    </a:lnTo>
                    <a:lnTo>
                      <a:pt x="317" y="425"/>
                    </a:lnTo>
                    <a:lnTo>
                      <a:pt x="314" y="423"/>
                    </a:lnTo>
                    <a:lnTo>
                      <a:pt x="312" y="417"/>
                    </a:lnTo>
                    <a:lnTo>
                      <a:pt x="311" y="411"/>
                    </a:lnTo>
                    <a:lnTo>
                      <a:pt x="308" y="404"/>
                    </a:lnTo>
                    <a:lnTo>
                      <a:pt x="308" y="398"/>
                    </a:lnTo>
                    <a:lnTo>
                      <a:pt x="311" y="389"/>
                    </a:lnTo>
                    <a:lnTo>
                      <a:pt x="314" y="380"/>
                    </a:lnTo>
                    <a:lnTo>
                      <a:pt x="318" y="370"/>
                    </a:lnTo>
                    <a:lnTo>
                      <a:pt x="317" y="368"/>
                    </a:lnTo>
                    <a:lnTo>
                      <a:pt x="314" y="366"/>
                    </a:lnTo>
                    <a:lnTo>
                      <a:pt x="311" y="363"/>
                    </a:lnTo>
                    <a:lnTo>
                      <a:pt x="311" y="361"/>
                    </a:lnTo>
                    <a:lnTo>
                      <a:pt x="313" y="362"/>
                    </a:lnTo>
                    <a:lnTo>
                      <a:pt x="322" y="361"/>
                    </a:lnTo>
                    <a:lnTo>
                      <a:pt x="323" y="361"/>
                    </a:lnTo>
                    <a:lnTo>
                      <a:pt x="326" y="355"/>
                    </a:lnTo>
                    <a:lnTo>
                      <a:pt x="323" y="355"/>
                    </a:lnTo>
                    <a:lnTo>
                      <a:pt x="322" y="353"/>
                    </a:lnTo>
                    <a:lnTo>
                      <a:pt x="322" y="351"/>
                    </a:lnTo>
                    <a:lnTo>
                      <a:pt x="324" y="350"/>
                    </a:lnTo>
                    <a:lnTo>
                      <a:pt x="328" y="350"/>
                    </a:lnTo>
                    <a:lnTo>
                      <a:pt x="333" y="350"/>
                    </a:lnTo>
                    <a:lnTo>
                      <a:pt x="335" y="351"/>
                    </a:lnTo>
                    <a:lnTo>
                      <a:pt x="338" y="350"/>
                    </a:lnTo>
                    <a:lnTo>
                      <a:pt x="343" y="346"/>
                    </a:lnTo>
                    <a:lnTo>
                      <a:pt x="341" y="346"/>
                    </a:lnTo>
                    <a:lnTo>
                      <a:pt x="337" y="349"/>
                    </a:lnTo>
                    <a:lnTo>
                      <a:pt x="336" y="345"/>
                    </a:lnTo>
                    <a:lnTo>
                      <a:pt x="338" y="339"/>
                    </a:lnTo>
                    <a:lnTo>
                      <a:pt x="340" y="341"/>
                    </a:lnTo>
                    <a:lnTo>
                      <a:pt x="342" y="342"/>
                    </a:lnTo>
                    <a:lnTo>
                      <a:pt x="347" y="342"/>
                    </a:lnTo>
                    <a:lnTo>
                      <a:pt x="349" y="340"/>
                    </a:lnTo>
                    <a:lnTo>
                      <a:pt x="348" y="336"/>
                    </a:lnTo>
                    <a:lnTo>
                      <a:pt x="345" y="332"/>
                    </a:lnTo>
                    <a:lnTo>
                      <a:pt x="346" y="331"/>
                    </a:lnTo>
                    <a:lnTo>
                      <a:pt x="349" y="331"/>
                    </a:lnTo>
                    <a:lnTo>
                      <a:pt x="352" y="329"/>
                    </a:lnTo>
                    <a:lnTo>
                      <a:pt x="354" y="331"/>
                    </a:lnTo>
                    <a:lnTo>
                      <a:pt x="357" y="329"/>
                    </a:lnTo>
                    <a:lnTo>
                      <a:pt x="358" y="331"/>
                    </a:lnTo>
                    <a:lnTo>
                      <a:pt x="361" y="333"/>
                    </a:lnTo>
                    <a:lnTo>
                      <a:pt x="364" y="331"/>
                    </a:lnTo>
                    <a:lnTo>
                      <a:pt x="367" y="329"/>
                    </a:lnTo>
                    <a:lnTo>
                      <a:pt x="374" y="327"/>
                    </a:lnTo>
                    <a:lnTo>
                      <a:pt x="381" y="326"/>
                    </a:lnTo>
                    <a:lnTo>
                      <a:pt x="392" y="320"/>
                    </a:lnTo>
                    <a:lnTo>
                      <a:pt x="395" y="314"/>
                    </a:lnTo>
                    <a:lnTo>
                      <a:pt x="396" y="309"/>
                    </a:lnTo>
                    <a:lnTo>
                      <a:pt x="399" y="307"/>
                    </a:lnTo>
                    <a:lnTo>
                      <a:pt x="402" y="306"/>
                    </a:lnTo>
                    <a:lnTo>
                      <a:pt x="403" y="305"/>
                    </a:lnTo>
                    <a:lnTo>
                      <a:pt x="406" y="303"/>
                    </a:lnTo>
                    <a:lnTo>
                      <a:pt x="405" y="300"/>
                    </a:lnTo>
                    <a:lnTo>
                      <a:pt x="404" y="297"/>
                    </a:lnTo>
                    <a:lnTo>
                      <a:pt x="403" y="296"/>
                    </a:lnTo>
                    <a:lnTo>
                      <a:pt x="402" y="294"/>
                    </a:lnTo>
                    <a:lnTo>
                      <a:pt x="403" y="291"/>
                    </a:lnTo>
                    <a:lnTo>
                      <a:pt x="407" y="288"/>
                    </a:lnTo>
                    <a:lnTo>
                      <a:pt x="410" y="286"/>
                    </a:lnTo>
                    <a:lnTo>
                      <a:pt x="412" y="286"/>
                    </a:lnTo>
                    <a:lnTo>
                      <a:pt x="412" y="289"/>
                    </a:lnTo>
                    <a:lnTo>
                      <a:pt x="412" y="293"/>
                    </a:lnTo>
                    <a:lnTo>
                      <a:pt x="412" y="299"/>
                    </a:lnTo>
                    <a:lnTo>
                      <a:pt x="413" y="300"/>
                    </a:lnTo>
                    <a:lnTo>
                      <a:pt x="419" y="295"/>
                    </a:lnTo>
                    <a:lnTo>
                      <a:pt x="424" y="294"/>
                    </a:lnTo>
                    <a:lnTo>
                      <a:pt x="439" y="288"/>
                    </a:lnTo>
                    <a:lnTo>
                      <a:pt x="441" y="287"/>
                    </a:lnTo>
                    <a:lnTo>
                      <a:pt x="444" y="282"/>
                    </a:lnTo>
                    <a:lnTo>
                      <a:pt x="447" y="272"/>
                    </a:lnTo>
                    <a:lnTo>
                      <a:pt x="447" y="268"/>
                    </a:lnTo>
                    <a:lnTo>
                      <a:pt x="444" y="261"/>
                    </a:lnTo>
                    <a:lnTo>
                      <a:pt x="446" y="256"/>
                    </a:lnTo>
                    <a:lnTo>
                      <a:pt x="446" y="25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7" name="Freeform 8">
                <a:extLst>
                  <a:ext uri="{FF2B5EF4-FFF2-40B4-BE49-F238E27FC236}">
                    <a16:creationId xmlns:a16="http://schemas.microsoft.com/office/drawing/2014/main" id="{D2D94313-1BA6-DC7C-0CB8-59C52B8323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9384" y="2308423"/>
                <a:ext cx="324903" cy="382862"/>
              </a:xfrm>
              <a:custGeom>
                <a:avLst/>
                <a:gdLst>
                  <a:gd name="T0" fmla="*/ 73 w 259"/>
                  <a:gd name="T1" fmla="*/ 0 h 304"/>
                  <a:gd name="T2" fmla="*/ 68 w 259"/>
                  <a:gd name="T3" fmla="*/ 25 h 304"/>
                  <a:gd name="T4" fmla="*/ 62 w 259"/>
                  <a:gd name="T5" fmla="*/ 43 h 304"/>
                  <a:gd name="T6" fmla="*/ 59 w 259"/>
                  <a:gd name="T7" fmla="*/ 45 h 304"/>
                  <a:gd name="T8" fmla="*/ 56 w 259"/>
                  <a:gd name="T9" fmla="*/ 43 h 304"/>
                  <a:gd name="T10" fmla="*/ 51 w 259"/>
                  <a:gd name="T11" fmla="*/ 39 h 304"/>
                  <a:gd name="T12" fmla="*/ 47 w 259"/>
                  <a:gd name="T13" fmla="*/ 41 h 304"/>
                  <a:gd name="T14" fmla="*/ 45 w 259"/>
                  <a:gd name="T15" fmla="*/ 37 h 304"/>
                  <a:gd name="T16" fmla="*/ 38 w 259"/>
                  <a:gd name="T17" fmla="*/ 39 h 304"/>
                  <a:gd name="T18" fmla="*/ 35 w 259"/>
                  <a:gd name="T19" fmla="*/ 42 h 304"/>
                  <a:gd name="T20" fmla="*/ 35 w 259"/>
                  <a:gd name="T21" fmla="*/ 53 h 304"/>
                  <a:gd name="T22" fmla="*/ 35 w 259"/>
                  <a:gd name="T23" fmla="*/ 67 h 304"/>
                  <a:gd name="T24" fmla="*/ 35 w 259"/>
                  <a:gd name="T25" fmla="*/ 80 h 304"/>
                  <a:gd name="T26" fmla="*/ 34 w 259"/>
                  <a:gd name="T27" fmla="*/ 84 h 304"/>
                  <a:gd name="T28" fmla="*/ 31 w 259"/>
                  <a:gd name="T29" fmla="*/ 89 h 304"/>
                  <a:gd name="T30" fmla="*/ 30 w 259"/>
                  <a:gd name="T31" fmla="*/ 94 h 304"/>
                  <a:gd name="T32" fmla="*/ 30 w 259"/>
                  <a:gd name="T33" fmla="*/ 101 h 304"/>
                  <a:gd name="T34" fmla="*/ 34 w 259"/>
                  <a:gd name="T35" fmla="*/ 110 h 304"/>
                  <a:gd name="T36" fmla="*/ 35 w 259"/>
                  <a:gd name="T37" fmla="*/ 119 h 304"/>
                  <a:gd name="T38" fmla="*/ 37 w 259"/>
                  <a:gd name="T39" fmla="*/ 122 h 304"/>
                  <a:gd name="T40" fmla="*/ 42 w 259"/>
                  <a:gd name="T41" fmla="*/ 128 h 304"/>
                  <a:gd name="T42" fmla="*/ 39 w 259"/>
                  <a:gd name="T43" fmla="*/ 130 h 304"/>
                  <a:gd name="T44" fmla="*/ 34 w 259"/>
                  <a:gd name="T45" fmla="*/ 134 h 304"/>
                  <a:gd name="T46" fmla="*/ 24 w 259"/>
                  <a:gd name="T47" fmla="*/ 141 h 304"/>
                  <a:gd name="T48" fmla="*/ 21 w 259"/>
                  <a:gd name="T49" fmla="*/ 154 h 304"/>
                  <a:gd name="T50" fmla="*/ 17 w 259"/>
                  <a:gd name="T51" fmla="*/ 162 h 304"/>
                  <a:gd name="T52" fmla="*/ 13 w 259"/>
                  <a:gd name="T53" fmla="*/ 166 h 304"/>
                  <a:gd name="T54" fmla="*/ 11 w 259"/>
                  <a:gd name="T55" fmla="*/ 167 h 304"/>
                  <a:gd name="T56" fmla="*/ 9 w 259"/>
                  <a:gd name="T57" fmla="*/ 171 h 304"/>
                  <a:gd name="T58" fmla="*/ 10 w 259"/>
                  <a:gd name="T59" fmla="*/ 178 h 304"/>
                  <a:gd name="T60" fmla="*/ 9 w 259"/>
                  <a:gd name="T61" fmla="*/ 183 h 304"/>
                  <a:gd name="T62" fmla="*/ 15 w 259"/>
                  <a:gd name="T63" fmla="*/ 188 h 304"/>
                  <a:gd name="T64" fmla="*/ 13 w 259"/>
                  <a:gd name="T65" fmla="*/ 192 h 304"/>
                  <a:gd name="T66" fmla="*/ 5 w 259"/>
                  <a:gd name="T67" fmla="*/ 196 h 304"/>
                  <a:gd name="T68" fmla="*/ 3 w 259"/>
                  <a:gd name="T69" fmla="*/ 200 h 304"/>
                  <a:gd name="T70" fmla="*/ 0 w 259"/>
                  <a:gd name="T71" fmla="*/ 206 h 304"/>
                  <a:gd name="T72" fmla="*/ 139 w 259"/>
                  <a:gd name="T73" fmla="*/ 291 h 304"/>
                  <a:gd name="T74" fmla="*/ 182 w 259"/>
                  <a:gd name="T75" fmla="*/ 299 h 304"/>
                  <a:gd name="T76" fmla="*/ 218 w 259"/>
                  <a:gd name="T77" fmla="*/ 304 h 304"/>
                  <a:gd name="T78" fmla="*/ 219 w 259"/>
                  <a:gd name="T79" fmla="*/ 304 h 304"/>
                  <a:gd name="T80" fmla="*/ 259 w 259"/>
                  <a:gd name="T81" fmla="*/ 33 h 304"/>
                  <a:gd name="T82" fmla="*/ 73 w 259"/>
                  <a:gd name="T83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9" h="304">
                    <a:moveTo>
                      <a:pt x="73" y="0"/>
                    </a:moveTo>
                    <a:cubicBezTo>
                      <a:pt x="73" y="0"/>
                      <a:pt x="69" y="19"/>
                      <a:pt x="68" y="25"/>
                    </a:cubicBezTo>
                    <a:cubicBezTo>
                      <a:pt x="66" y="29"/>
                      <a:pt x="62" y="43"/>
                      <a:pt x="62" y="43"/>
                    </a:cubicBezTo>
                    <a:cubicBezTo>
                      <a:pt x="59" y="45"/>
                      <a:pt x="59" y="45"/>
                      <a:pt x="59" y="45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80"/>
                      <a:pt x="35" y="80"/>
                      <a:pt x="35" y="80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1" y="89"/>
                      <a:pt x="31" y="89"/>
                      <a:pt x="31" y="89"/>
                    </a:cubicBezTo>
                    <a:cubicBezTo>
                      <a:pt x="30" y="94"/>
                      <a:pt x="30" y="94"/>
                      <a:pt x="30" y="94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35" y="119"/>
                      <a:pt x="35" y="119"/>
                      <a:pt x="35" y="119"/>
                    </a:cubicBezTo>
                    <a:cubicBezTo>
                      <a:pt x="37" y="122"/>
                      <a:pt x="37" y="122"/>
                      <a:pt x="37" y="122"/>
                    </a:cubicBezTo>
                    <a:cubicBezTo>
                      <a:pt x="42" y="128"/>
                      <a:pt x="42" y="128"/>
                      <a:pt x="42" y="128"/>
                    </a:cubicBezTo>
                    <a:cubicBezTo>
                      <a:pt x="39" y="130"/>
                      <a:pt x="39" y="130"/>
                      <a:pt x="39" y="130"/>
                    </a:cubicBezTo>
                    <a:cubicBezTo>
                      <a:pt x="34" y="134"/>
                      <a:pt x="34" y="134"/>
                      <a:pt x="34" y="134"/>
                    </a:cubicBezTo>
                    <a:cubicBezTo>
                      <a:pt x="24" y="141"/>
                      <a:pt x="24" y="141"/>
                      <a:pt x="24" y="141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17" y="162"/>
                      <a:pt x="17" y="162"/>
                      <a:pt x="17" y="162"/>
                    </a:cubicBezTo>
                    <a:cubicBezTo>
                      <a:pt x="13" y="166"/>
                      <a:pt x="13" y="166"/>
                      <a:pt x="13" y="166"/>
                    </a:cubicBezTo>
                    <a:cubicBezTo>
                      <a:pt x="11" y="167"/>
                      <a:pt x="11" y="167"/>
                      <a:pt x="11" y="167"/>
                    </a:cubicBezTo>
                    <a:cubicBezTo>
                      <a:pt x="9" y="171"/>
                      <a:pt x="9" y="171"/>
                      <a:pt x="9" y="171"/>
                    </a:cubicBezTo>
                    <a:cubicBezTo>
                      <a:pt x="10" y="178"/>
                      <a:pt x="10" y="178"/>
                      <a:pt x="10" y="178"/>
                    </a:cubicBezTo>
                    <a:cubicBezTo>
                      <a:pt x="9" y="183"/>
                      <a:pt x="9" y="183"/>
                      <a:pt x="9" y="183"/>
                    </a:cubicBezTo>
                    <a:cubicBezTo>
                      <a:pt x="15" y="188"/>
                      <a:pt x="15" y="188"/>
                      <a:pt x="15" y="188"/>
                    </a:cubicBezTo>
                    <a:cubicBezTo>
                      <a:pt x="13" y="192"/>
                      <a:pt x="13" y="192"/>
                      <a:pt x="13" y="192"/>
                    </a:cubicBezTo>
                    <a:cubicBezTo>
                      <a:pt x="5" y="196"/>
                      <a:pt x="5" y="196"/>
                      <a:pt x="5" y="196"/>
                    </a:cubicBezTo>
                    <a:cubicBezTo>
                      <a:pt x="3" y="200"/>
                      <a:pt x="3" y="200"/>
                      <a:pt x="3" y="200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139" y="291"/>
                      <a:pt x="139" y="291"/>
                      <a:pt x="139" y="291"/>
                    </a:cubicBezTo>
                    <a:cubicBezTo>
                      <a:pt x="182" y="299"/>
                      <a:pt x="182" y="299"/>
                      <a:pt x="182" y="299"/>
                    </a:cubicBezTo>
                    <a:cubicBezTo>
                      <a:pt x="218" y="304"/>
                      <a:pt x="218" y="304"/>
                      <a:pt x="218" y="304"/>
                    </a:cubicBezTo>
                    <a:cubicBezTo>
                      <a:pt x="219" y="304"/>
                      <a:pt x="219" y="304"/>
                      <a:pt x="219" y="304"/>
                    </a:cubicBezTo>
                    <a:cubicBezTo>
                      <a:pt x="259" y="33"/>
                      <a:pt x="259" y="33"/>
                      <a:pt x="259" y="33"/>
                    </a:cubicBezTo>
                    <a:lnTo>
                      <a:pt x="73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8" name="Freeform 9">
                <a:extLst>
                  <a:ext uri="{FF2B5EF4-FFF2-40B4-BE49-F238E27FC236}">
                    <a16:creationId xmlns:a16="http://schemas.microsoft.com/office/drawing/2014/main" id="{288BE001-C631-F68B-94AC-0404CE4B6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0030" y="1895883"/>
                <a:ext cx="381279" cy="660364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9" name="Freeform 10">
                <a:extLst>
                  <a:ext uri="{FF2B5EF4-FFF2-40B4-BE49-F238E27FC236}">
                    <a16:creationId xmlns:a16="http://schemas.microsoft.com/office/drawing/2014/main" id="{33825F34-D57B-4238-8E6B-5E31F46D6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6168" y="2384107"/>
                <a:ext cx="416885" cy="224079"/>
              </a:xfrm>
              <a:custGeom>
                <a:avLst/>
                <a:gdLst>
                  <a:gd name="T0" fmla="*/ 0 w 332"/>
                  <a:gd name="T1" fmla="*/ 25 h 178"/>
                  <a:gd name="T2" fmla="*/ 0 w 332"/>
                  <a:gd name="T3" fmla="*/ 28 h 178"/>
                  <a:gd name="T4" fmla="*/ 0 w 332"/>
                  <a:gd name="T5" fmla="*/ 25 h 178"/>
                  <a:gd name="T6" fmla="*/ 118 w 332"/>
                  <a:gd name="T7" fmla="*/ 32 h 178"/>
                  <a:gd name="T8" fmla="*/ 113 w 332"/>
                  <a:gd name="T9" fmla="*/ 123 h 178"/>
                  <a:gd name="T10" fmla="*/ 121 w 332"/>
                  <a:gd name="T11" fmla="*/ 131 h 178"/>
                  <a:gd name="T12" fmla="*/ 124 w 332"/>
                  <a:gd name="T13" fmla="*/ 134 h 178"/>
                  <a:gd name="T14" fmla="*/ 127 w 332"/>
                  <a:gd name="T15" fmla="*/ 134 h 178"/>
                  <a:gd name="T16" fmla="*/ 131 w 332"/>
                  <a:gd name="T17" fmla="*/ 133 h 178"/>
                  <a:gd name="T18" fmla="*/ 134 w 332"/>
                  <a:gd name="T19" fmla="*/ 134 h 178"/>
                  <a:gd name="T20" fmla="*/ 137 w 332"/>
                  <a:gd name="T21" fmla="*/ 133 h 178"/>
                  <a:gd name="T22" fmla="*/ 141 w 332"/>
                  <a:gd name="T23" fmla="*/ 135 h 178"/>
                  <a:gd name="T24" fmla="*/ 144 w 332"/>
                  <a:gd name="T25" fmla="*/ 144 h 178"/>
                  <a:gd name="T26" fmla="*/ 153 w 332"/>
                  <a:gd name="T27" fmla="*/ 144 h 178"/>
                  <a:gd name="T28" fmla="*/ 160 w 332"/>
                  <a:gd name="T29" fmla="*/ 148 h 178"/>
                  <a:gd name="T30" fmla="*/ 166 w 332"/>
                  <a:gd name="T31" fmla="*/ 147 h 178"/>
                  <a:gd name="T32" fmla="*/ 167 w 332"/>
                  <a:gd name="T33" fmla="*/ 147 h 178"/>
                  <a:gd name="T34" fmla="*/ 171 w 332"/>
                  <a:gd name="T35" fmla="*/ 151 h 178"/>
                  <a:gd name="T36" fmla="*/ 175 w 332"/>
                  <a:gd name="T37" fmla="*/ 148 h 178"/>
                  <a:gd name="T38" fmla="*/ 184 w 332"/>
                  <a:gd name="T39" fmla="*/ 149 h 178"/>
                  <a:gd name="T40" fmla="*/ 188 w 332"/>
                  <a:gd name="T41" fmla="*/ 156 h 178"/>
                  <a:gd name="T42" fmla="*/ 191 w 332"/>
                  <a:gd name="T43" fmla="*/ 156 h 178"/>
                  <a:gd name="T44" fmla="*/ 192 w 332"/>
                  <a:gd name="T45" fmla="*/ 162 h 178"/>
                  <a:gd name="T46" fmla="*/ 196 w 332"/>
                  <a:gd name="T47" fmla="*/ 163 h 178"/>
                  <a:gd name="T48" fmla="*/ 200 w 332"/>
                  <a:gd name="T49" fmla="*/ 160 h 178"/>
                  <a:gd name="T50" fmla="*/ 202 w 332"/>
                  <a:gd name="T51" fmla="*/ 157 h 178"/>
                  <a:gd name="T52" fmla="*/ 204 w 332"/>
                  <a:gd name="T53" fmla="*/ 157 h 178"/>
                  <a:gd name="T54" fmla="*/ 211 w 332"/>
                  <a:gd name="T55" fmla="*/ 162 h 178"/>
                  <a:gd name="T56" fmla="*/ 213 w 332"/>
                  <a:gd name="T57" fmla="*/ 166 h 178"/>
                  <a:gd name="T58" fmla="*/ 220 w 332"/>
                  <a:gd name="T59" fmla="*/ 162 h 178"/>
                  <a:gd name="T60" fmla="*/ 222 w 332"/>
                  <a:gd name="T61" fmla="*/ 164 h 178"/>
                  <a:gd name="T62" fmla="*/ 223 w 332"/>
                  <a:gd name="T63" fmla="*/ 170 h 178"/>
                  <a:gd name="T64" fmla="*/ 225 w 332"/>
                  <a:gd name="T65" fmla="*/ 169 h 178"/>
                  <a:gd name="T66" fmla="*/ 228 w 332"/>
                  <a:gd name="T67" fmla="*/ 164 h 178"/>
                  <a:gd name="T68" fmla="*/ 233 w 332"/>
                  <a:gd name="T69" fmla="*/ 163 h 178"/>
                  <a:gd name="T70" fmla="*/ 239 w 332"/>
                  <a:gd name="T71" fmla="*/ 166 h 178"/>
                  <a:gd name="T72" fmla="*/ 248 w 332"/>
                  <a:gd name="T73" fmla="*/ 165 h 178"/>
                  <a:gd name="T74" fmla="*/ 252 w 332"/>
                  <a:gd name="T75" fmla="*/ 169 h 178"/>
                  <a:gd name="T76" fmla="*/ 254 w 332"/>
                  <a:gd name="T77" fmla="*/ 172 h 178"/>
                  <a:gd name="T78" fmla="*/ 259 w 332"/>
                  <a:gd name="T79" fmla="*/ 171 h 178"/>
                  <a:gd name="T80" fmla="*/ 264 w 332"/>
                  <a:gd name="T81" fmla="*/ 167 h 178"/>
                  <a:gd name="T82" fmla="*/ 267 w 332"/>
                  <a:gd name="T83" fmla="*/ 164 h 178"/>
                  <a:gd name="T84" fmla="*/ 271 w 332"/>
                  <a:gd name="T85" fmla="*/ 164 h 178"/>
                  <a:gd name="T86" fmla="*/ 275 w 332"/>
                  <a:gd name="T87" fmla="*/ 166 h 178"/>
                  <a:gd name="T88" fmla="*/ 278 w 332"/>
                  <a:gd name="T89" fmla="*/ 165 h 178"/>
                  <a:gd name="T90" fmla="*/ 282 w 332"/>
                  <a:gd name="T91" fmla="*/ 162 h 178"/>
                  <a:gd name="T92" fmla="*/ 288 w 332"/>
                  <a:gd name="T93" fmla="*/ 163 h 178"/>
                  <a:gd name="T94" fmla="*/ 291 w 332"/>
                  <a:gd name="T95" fmla="*/ 164 h 178"/>
                  <a:gd name="T96" fmla="*/ 300 w 332"/>
                  <a:gd name="T97" fmla="*/ 161 h 178"/>
                  <a:gd name="T98" fmla="*/ 306 w 332"/>
                  <a:gd name="T99" fmla="*/ 163 h 178"/>
                  <a:gd name="T100" fmla="*/ 311 w 332"/>
                  <a:gd name="T101" fmla="*/ 168 h 178"/>
                  <a:gd name="T102" fmla="*/ 318 w 332"/>
                  <a:gd name="T103" fmla="*/ 173 h 178"/>
                  <a:gd name="T104" fmla="*/ 324 w 332"/>
                  <a:gd name="T105" fmla="*/ 173 h 178"/>
                  <a:gd name="T106" fmla="*/ 328 w 332"/>
                  <a:gd name="T107" fmla="*/ 176 h 178"/>
                  <a:gd name="T108" fmla="*/ 331 w 332"/>
                  <a:gd name="T109" fmla="*/ 178 h 178"/>
                  <a:gd name="T110" fmla="*/ 332 w 332"/>
                  <a:gd name="T111" fmla="*/ 88 h 178"/>
                  <a:gd name="T112" fmla="*/ 324 w 332"/>
                  <a:gd name="T113" fmla="*/ 37 h 178"/>
                  <a:gd name="T114" fmla="*/ 324 w 332"/>
                  <a:gd name="T115" fmla="*/ 12 h 178"/>
                  <a:gd name="T116" fmla="*/ 175 w 332"/>
                  <a:gd name="T117" fmla="*/ 9 h 178"/>
                  <a:gd name="T118" fmla="*/ 4 w 332"/>
                  <a:gd name="T119" fmla="*/ 0 h 178"/>
                  <a:gd name="T120" fmla="*/ 3 w 332"/>
                  <a:gd name="T121" fmla="*/ 25 h 178"/>
                  <a:gd name="T122" fmla="*/ 0 w 332"/>
                  <a:gd name="T123" fmla="*/ 25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32" h="178">
                    <a:moveTo>
                      <a:pt x="0" y="25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113" y="123"/>
                      <a:pt x="113" y="123"/>
                      <a:pt x="113" y="123"/>
                    </a:cubicBezTo>
                    <a:cubicBezTo>
                      <a:pt x="121" y="131"/>
                      <a:pt x="121" y="131"/>
                      <a:pt x="121" y="131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7" y="134"/>
                      <a:pt x="127" y="134"/>
                      <a:pt x="127" y="134"/>
                    </a:cubicBezTo>
                    <a:cubicBezTo>
                      <a:pt x="131" y="133"/>
                      <a:pt x="131" y="133"/>
                      <a:pt x="131" y="133"/>
                    </a:cubicBez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7" y="133"/>
                      <a:pt x="137" y="133"/>
                      <a:pt x="137" y="133"/>
                    </a:cubicBezTo>
                    <a:cubicBezTo>
                      <a:pt x="141" y="135"/>
                      <a:pt x="141" y="135"/>
                      <a:pt x="141" y="135"/>
                    </a:cubicBezTo>
                    <a:cubicBezTo>
                      <a:pt x="144" y="144"/>
                      <a:pt x="144" y="144"/>
                      <a:pt x="144" y="144"/>
                    </a:cubicBezTo>
                    <a:cubicBezTo>
                      <a:pt x="153" y="144"/>
                      <a:pt x="153" y="144"/>
                      <a:pt x="153" y="144"/>
                    </a:cubicBezTo>
                    <a:cubicBezTo>
                      <a:pt x="160" y="148"/>
                      <a:pt x="160" y="148"/>
                      <a:pt x="160" y="148"/>
                    </a:cubicBezTo>
                    <a:cubicBezTo>
                      <a:pt x="166" y="147"/>
                      <a:pt x="166" y="147"/>
                      <a:pt x="166" y="147"/>
                    </a:cubicBezTo>
                    <a:cubicBezTo>
                      <a:pt x="167" y="147"/>
                      <a:pt x="167" y="147"/>
                      <a:pt x="167" y="147"/>
                    </a:cubicBezTo>
                    <a:cubicBezTo>
                      <a:pt x="171" y="151"/>
                      <a:pt x="171" y="151"/>
                      <a:pt x="171" y="151"/>
                    </a:cubicBezTo>
                    <a:cubicBezTo>
                      <a:pt x="175" y="148"/>
                      <a:pt x="175" y="148"/>
                      <a:pt x="175" y="148"/>
                    </a:cubicBezTo>
                    <a:cubicBezTo>
                      <a:pt x="184" y="149"/>
                      <a:pt x="184" y="149"/>
                      <a:pt x="184" y="149"/>
                    </a:cubicBezTo>
                    <a:cubicBezTo>
                      <a:pt x="188" y="156"/>
                      <a:pt x="188" y="156"/>
                      <a:pt x="188" y="156"/>
                    </a:cubicBezTo>
                    <a:cubicBezTo>
                      <a:pt x="191" y="156"/>
                      <a:pt x="191" y="156"/>
                      <a:pt x="191" y="156"/>
                    </a:cubicBezTo>
                    <a:cubicBezTo>
                      <a:pt x="192" y="162"/>
                      <a:pt x="192" y="162"/>
                      <a:pt x="192" y="162"/>
                    </a:cubicBezTo>
                    <a:cubicBezTo>
                      <a:pt x="196" y="163"/>
                      <a:pt x="196" y="163"/>
                      <a:pt x="196" y="163"/>
                    </a:cubicBezTo>
                    <a:cubicBezTo>
                      <a:pt x="200" y="160"/>
                      <a:pt x="200" y="160"/>
                      <a:pt x="200" y="160"/>
                    </a:cubicBezTo>
                    <a:cubicBezTo>
                      <a:pt x="202" y="157"/>
                      <a:pt x="202" y="157"/>
                      <a:pt x="202" y="157"/>
                    </a:cubicBezTo>
                    <a:cubicBezTo>
                      <a:pt x="204" y="157"/>
                      <a:pt x="204" y="157"/>
                      <a:pt x="204" y="157"/>
                    </a:cubicBezTo>
                    <a:cubicBezTo>
                      <a:pt x="211" y="162"/>
                      <a:pt x="211" y="162"/>
                      <a:pt x="211" y="162"/>
                    </a:cubicBezTo>
                    <a:cubicBezTo>
                      <a:pt x="213" y="166"/>
                      <a:pt x="213" y="166"/>
                      <a:pt x="213" y="166"/>
                    </a:cubicBezTo>
                    <a:cubicBezTo>
                      <a:pt x="220" y="162"/>
                      <a:pt x="220" y="162"/>
                      <a:pt x="220" y="162"/>
                    </a:cubicBezTo>
                    <a:cubicBezTo>
                      <a:pt x="222" y="164"/>
                      <a:pt x="222" y="164"/>
                      <a:pt x="222" y="164"/>
                    </a:cubicBezTo>
                    <a:cubicBezTo>
                      <a:pt x="223" y="170"/>
                      <a:pt x="223" y="170"/>
                      <a:pt x="223" y="170"/>
                    </a:cubicBezTo>
                    <a:cubicBezTo>
                      <a:pt x="225" y="169"/>
                      <a:pt x="225" y="169"/>
                      <a:pt x="225" y="169"/>
                    </a:cubicBezTo>
                    <a:cubicBezTo>
                      <a:pt x="228" y="164"/>
                      <a:pt x="228" y="164"/>
                      <a:pt x="228" y="164"/>
                    </a:cubicBezTo>
                    <a:cubicBezTo>
                      <a:pt x="233" y="163"/>
                      <a:pt x="233" y="163"/>
                      <a:pt x="233" y="163"/>
                    </a:cubicBezTo>
                    <a:cubicBezTo>
                      <a:pt x="239" y="166"/>
                      <a:pt x="239" y="166"/>
                      <a:pt x="239" y="166"/>
                    </a:cubicBezTo>
                    <a:cubicBezTo>
                      <a:pt x="248" y="165"/>
                      <a:pt x="248" y="165"/>
                      <a:pt x="248" y="165"/>
                    </a:cubicBezTo>
                    <a:cubicBezTo>
                      <a:pt x="252" y="169"/>
                      <a:pt x="252" y="169"/>
                      <a:pt x="252" y="169"/>
                    </a:cubicBezTo>
                    <a:cubicBezTo>
                      <a:pt x="254" y="172"/>
                      <a:pt x="254" y="172"/>
                      <a:pt x="254" y="172"/>
                    </a:cubicBezTo>
                    <a:cubicBezTo>
                      <a:pt x="259" y="171"/>
                      <a:pt x="259" y="171"/>
                      <a:pt x="259" y="171"/>
                    </a:cubicBezTo>
                    <a:cubicBezTo>
                      <a:pt x="264" y="167"/>
                      <a:pt x="264" y="167"/>
                      <a:pt x="264" y="167"/>
                    </a:cubicBezTo>
                    <a:cubicBezTo>
                      <a:pt x="267" y="164"/>
                      <a:pt x="267" y="164"/>
                      <a:pt x="267" y="164"/>
                    </a:cubicBezTo>
                    <a:cubicBezTo>
                      <a:pt x="271" y="164"/>
                      <a:pt x="271" y="164"/>
                      <a:pt x="271" y="164"/>
                    </a:cubicBezTo>
                    <a:cubicBezTo>
                      <a:pt x="275" y="166"/>
                      <a:pt x="275" y="166"/>
                      <a:pt x="275" y="166"/>
                    </a:cubicBezTo>
                    <a:cubicBezTo>
                      <a:pt x="278" y="165"/>
                      <a:pt x="278" y="165"/>
                      <a:pt x="278" y="165"/>
                    </a:cubicBezTo>
                    <a:cubicBezTo>
                      <a:pt x="282" y="162"/>
                      <a:pt x="282" y="162"/>
                      <a:pt x="282" y="162"/>
                    </a:cubicBezTo>
                    <a:cubicBezTo>
                      <a:pt x="288" y="163"/>
                      <a:pt x="288" y="163"/>
                      <a:pt x="288" y="163"/>
                    </a:cubicBezTo>
                    <a:cubicBezTo>
                      <a:pt x="291" y="164"/>
                      <a:pt x="291" y="164"/>
                      <a:pt x="291" y="164"/>
                    </a:cubicBezTo>
                    <a:cubicBezTo>
                      <a:pt x="300" y="161"/>
                      <a:pt x="300" y="161"/>
                      <a:pt x="300" y="161"/>
                    </a:cubicBezTo>
                    <a:cubicBezTo>
                      <a:pt x="306" y="163"/>
                      <a:pt x="306" y="163"/>
                      <a:pt x="306" y="163"/>
                    </a:cubicBezTo>
                    <a:cubicBezTo>
                      <a:pt x="311" y="168"/>
                      <a:pt x="311" y="168"/>
                      <a:pt x="311" y="168"/>
                    </a:cubicBezTo>
                    <a:cubicBezTo>
                      <a:pt x="318" y="173"/>
                      <a:pt x="318" y="173"/>
                      <a:pt x="318" y="173"/>
                    </a:cubicBezTo>
                    <a:cubicBezTo>
                      <a:pt x="324" y="173"/>
                      <a:pt x="324" y="173"/>
                      <a:pt x="324" y="173"/>
                    </a:cubicBezTo>
                    <a:cubicBezTo>
                      <a:pt x="328" y="176"/>
                      <a:pt x="328" y="176"/>
                      <a:pt x="328" y="176"/>
                    </a:cubicBezTo>
                    <a:cubicBezTo>
                      <a:pt x="331" y="178"/>
                      <a:pt x="331" y="178"/>
                      <a:pt x="331" y="178"/>
                    </a:cubicBezTo>
                    <a:cubicBezTo>
                      <a:pt x="332" y="88"/>
                      <a:pt x="332" y="88"/>
                      <a:pt x="332" y="88"/>
                    </a:cubicBezTo>
                    <a:cubicBezTo>
                      <a:pt x="324" y="37"/>
                      <a:pt x="324" y="37"/>
                      <a:pt x="324" y="37"/>
                    </a:cubicBezTo>
                    <a:cubicBezTo>
                      <a:pt x="324" y="12"/>
                      <a:pt x="324" y="12"/>
                      <a:pt x="324" y="12"/>
                    </a:cubicBezTo>
                    <a:cubicBezTo>
                      <a:pt x="324" y="12"/>
                      <a:pt x="211" y="10"/>
                      <a:pt x="175" y="9"/>
                    </a:cubicBezTo>
                    <a:cubicBezTo>
                      <a:pt x="131" y="7"/>
                      <a:pt x="4" y="0"/>
                      <a:pt x="4" y="0"/>
                    </a:cubicBezTo>
                    <a:cubicBezTo>
                      <a:pt x="3" y="25"/>
                      <a:pt x="3" y="25"/>
                      <a:pt x="3" y="25"/>
                    </a:cubicBezTo>
                    <a:lnTo>
                      <a:pt x="0" y="2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0" name="Freeform 11">
                <a:extLst>
                  <a:ext uri="{FF2B5EF4-FFF2-40B4-BE49-F238E27FC236}">
                    <a16:creationId xmlns:a16="http://schemas.microsoft.com/office/drawing/2014/main" id="{A95DCB07-4890-F28A-0C8D-ECA923408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9577" y="2203063"/>
                <a:ext cx="353091" cy="195883"/>
              </a:xfrm>
              <a:custGeom>
                <a:avLst/>
                <a:gdLst>
                  <a:gd name="T0" fmla="*/ 282 w 282"/>
                  <a:gd name="T1" fmla="*/ 156 h 156"/>
                  <a:gd name="T2" fmla="*/ 282 w 282"/>
                  <a:gd name="T3" fmla="*/ 52 h 156"/>
                  <a:gd name="T4" fmla="*/ 276 w 282"/>
                  <a:gd name="T5" fmla="*/ 49 h 156"/>
                  <a:gd name="T6" fmla="*/ 273 w 282"/>
                  <a:gd name="T7" fmla="*/ 47 h 156"/>
                  <a:gd name="T8" fmla="*/ 271 w 282"/>
                  <a:gd name="T9" fmla="*/ 41 h 156"/>
                  <a:gd name="T10" fmla="*/ 265 w 282"/>
                  <a:gd name="T11" fmla="*/ 35 h 156"/>
                  <a:gd name="T12" fmla="*/ 268 w 282"/>
                  <a:gd name="T13" fmla="*/ 30 h 156"/>
                  <a:gd name="T14" fmla="*/ 271 w 282"/>
                  <a:gd name="T15" fmla="*/ 24 h 156"/>
                  <a:gd name="T16" fmla="*/ 271 w 282"/>
                  <a:gd name="T17" fmla="*/ 19 h 156"/>
                  <a:gd name="T18" fmla="*/ 269 w 282"/>
                  <a:gd name="T19" fmla="*/ 19 h 156"/>
                  <a:gd name="T20" fmla="*/ 260 w 282"/>
                  <a:gd name="T21" fmla="*/ 19 h 156"/>
                  <a:gd name="T22" fmla="*/ 258 w 282"/>
                  <a:gd name="T23" fmla="*/ 15 h 156"/>
                  <a:gd name="T24" fmla="*/ 254 w 282"/>
                  <a:gd name="T25" fmla="*/ 9 h 156"/>
                  <a:gd name="T26" fmla="*/ 165 w 282"/>
                  <a:gd name="T27" fmla="*/ 6 h 156"/>
                  <a:gd name="T28" fmla="*/ 10 w 282"/>
                  <a:gd name="T29" fmla="*/ 0 h 156"/>
                  <a:gd name="T30" fmla="*/ 0 w 282"/>
                  <a:gd name="T31" fmla="*/ 146 h 156"/>
                  <a:gd name="T32" fmla="*/ 133 w 282"/>
                  <a:gd name="T33" fmla="*/ 153 h 156"/>
                  <a:gd name="T34" fmla="*/ 282 w 282"/>
                  <a:gd name="T35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2" h="156">
                    <a:moveTo>
                      <a:pt x="282" y="156"/>
                    </a:moveTo>
                    <a:cubicBezTo>
                      <a:pt x="282" y="52"/>
                      <a:pt x="282" y="52"/>
                      <a:pt x="282" y="52"/>
                    </a:cubicBezTo>
                    <a:cubicBezTo>
                      <a:pt x="276" y="49"/>
                      <a:pt x="276" y="49"/>
                      <a:pt x="276" y="49"/>
                    </a:cubicBezTo>
                    <a:cubicBezTo>
                      <a:pt x="273" y="47"/>
                      <a:pt x="273" y="47"/>
                      <a:pt x="273" y="47"/>
                    </a:cubicBezTo>
                    <a:cubicBezTo>
                      <a:pt x="271" y="41"/>
                      <a:pt x="271" y="41"/>
                      <a:pt x="271" y="41"/>
                    </a:cubicBezTo>
                    <a:cubicBezTo>
                      <a:pt x="265" y="35"/>
                      <a:pt x="265" y="35"/>
                      <a:pt x="265" y="35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1" y="24"/>
                      <a:pt x="271" y="24"/>
                      <a:pt x="271" y="24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69" y="19"/>
                      <a:pt x="269" y="19"/>
                      <a:pt x="269" y="19"/>
                    </a:cubicBezTo>
                    <a:cubicBezTo>
                      <a:pt x="260" y="19"/>
                      <a:pt x="260" y="19"/>
                      <a:pt x="260" y="19"/>
                    </a:cubicBezTo>
                    <a:cubicBezTo>
                      <a:pt x="258" y="15"/>
                      <a:pt x="258" y="15"/>
                      <a:pt x="258" y="15"/>
                    </a:cubicBezTo>
                    <a:cubicBezTo>
                      <a:pt x="254" y="9"/>
                      <a:pt x="254" y="9"/>
                      <a:pt x="254" y="9"/>
                    </a:cubicBezTo>
                    <a:cubicBezTo>
                      <a:pt x="254" y="9"/>
                      <a:pt x="187" y="7"/>
                      <a:pt x="165" y="6"/>
                    </a:cubicBezTo>
                    <a:cubicBezTo>
                      <a:pt x="126" y="5"/>
                      <a:pt x="10" y="0"/>
                      <a:pt x="10" y="0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41" y="148"/>
                      <a:pt x="104" y="151"/>
                      <a:pt x="133" y="153"/>
                    </a:cubicBezTo>
                    <a:cubicBezTo>
                      <a:pt x="169" y="154"/>
                      <a:pt x="282" y="156"/>
                      <a:pt x="282" y="156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1" name="Freeform 12">
                <a:extLst>
                  <a:ext uri="{FF2B5EF4-FFF2-40B4-BE49-F238E27FC236}">
                    <a16:creationId xmlns:a16="http://schemas.microsoft.com/office/drawing/2014/main" id="{79A302C1-672C-675B-0535-D605340E6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5398" y="2016084"/>
                <a:ext cx="393148" cy="198851"/>
              </a:xfrm>
              <a:custGeom>
                <a:avLst/>
                <a:gdLst>
                  <a:gd name="T0" fmla="*/ 313 w 313"/>
                  <a:gd name="T1" fmla="*/ 158 h 158"/>
                  <a:gd name="T2" fmla="*/ 313 w 313"/>
                  <a:gd name="T3" fmla="*/ 158 h 158"/>
                  <a:gd name="T4" fmla="*/ 313 w 313"/>
                  <a:gd name="T5" fmla="*/ 158 h 158"/>
                  <a:gd name="T6" fmla="*/ 311 w 313"/>
                  <a:gd name="T7" fmla="*/ 154 h 158"/>
                  <a:gd name="T8" fmla="*/ 310 w 313"/>
                  <a:gd name="T9" fmla="*/ 148 h 158"/>
                  <a:gd name="T10" fmla="*/ 304 w 313"/>
                  <a:gd name="T11" fmla="*/ 146 h 158"/>
                  <a:gd name="T12" fmla="*/ 304 w 313"/>
                  <a:gd name="T13" fmla="*/ 145 h 158"/>
                  <a:gd name="T14" fmla="*/ 302 w 313"/>
                  <a:gd name="T15" fmla="*/ 142 h 158"/>
                  <a:gd name="T16" fmla="*/ 304 w 313"/>
                  <a:gd name="T17" fmla="*/ 140 h 158"/>
                  <a:gd name="T18" fmla="*/ 303 w 313"/>
                  <a:gd name="T19" fmla="*/ 135 h 158"/>
                  <a:gd name="T20" fmla="*/ 300 w 313"/>
                  <a:gd name="T21" fmla="*/ 133 h 158"/>
                  <a:gd name="T22" fmla="*/ 299 w 313"/>
                  <a:gd name="T23" fmla="*/ 130 h 158"/>
                  <a:gd name="T24" fmla="*/ 297 w 313"/>
                  <a:gd name="T25" fmla="*/ 123 h 158"/>
                  <a:gd name="T26" fmla="*/ 297 w 313"/>
                  <a:gd name="T27" fmla="*/ 113 h 158"/>
                  <a:gd name="T28" fmla="*/ 296 w 313"/>
                  <a:gd name="T29" fmla="*/ 111 h 158"/>
                  <a:gd name="T30" fmla="*/ 294 w 313"/>
                  <a:gd name="T31" fmla="*/ 108 h 158"/>
                  <a:gd name="T32" fmla="*/ 295 w 313"/>
                  <a:gd name="T33" fmla="*/ 104 h 158"/>
                  <a:gd name="T34" fmla="*/ 295 w 313"/>
                  <a:gd name="T35" fmla="*/ 94 h 158"/>
                  <a:gd name="T36" fmla="*/ 293 w 313"/>
                  <a:gd name="T37" fmla="*/ 87 h 158"/>
                  <a:gd name="T38" fmla="*/ 291 w 313"/>
                  <a:gd name="T39" fmla="*/ 85 h 158"/>
                  <a:gd name="T40" fmla="*/ 289 w 313"/>
                  <a:gd name="T41" fmla="*/ 85 h 158"/>
                  <a:gd name="T42" fmla="*/ 288 w 313"/>
                  <a:gd name="T43" fmla="*/ 83 h 158"/>
                  <a:gd name="T44" fmla="*/ 287 w 313"/>
                  <a:gd name="T45" fmla="*/ 78 h 158"/>
                  <a:gd name="T46" fmla="*/ 286 w 313"/>
                  <a:gd name="T47" fmla="*/ 74 h 158"/>
                  <a:gd name="T48" fmla="*/ 289 w 313"/>
                  <a:gd name="T49" fmla="*/ 73 h 158"/>
                  <a:gd name="T50" fmla="*/ 289 w 313"/>
                  <a:gd name="T51" fmla="*/ 72 h 158"/>
                  <a:gd name="T52" fmla="*/ 288 w 313"/>
                  <a:gd name="T53" fmla="*/ 71 h 158"/>
                  <a:gd name="T54" fmla="*/ 287 w 313"/>
                  <a:gd name="T55" fmla="*/ 68 h 158"/>
                  <a:gd name="T56" fmla="*/ 285 w 313"/>
                  <a:gd name="T57" fmla="*/ 65 h 158"/>
                  <a:gd name="T58" fmla="*/ 283 w 313"/>
                  <a:gd name="T59" fmla="*/ 60 h 158"/>
                  <a:gd name="T60" fmla="*/ 281 w 313"/>
                  <a:gd name="T61" fmla="*/ 54 h 158"/>
                  <a:gd name="T62" fmla="*/ 278 w 313"/>
                  <a:gd name="T63" fmla="*/ 49 h 158"/>
                  <a:gd name="T64" fmla="*/ 275 w 313"/>
                  <a:gd name="T65" fmla="*/ 40 h 158"/>
                  <a:gd name="T66" fmla="*/ 272 w 313"/>
                  <a:gd name="T67" fmla="*/ 36 h 158"/>
                  <a:gd name="T68" fmla="*/ 271 w 313"/>
                  <a:gd name="T69" fmla="*/ 35 h 158"/>
                  <a:gd name="T70" fmla="*/ 267 w 313"/>
                  <a:gd name="T71" fmla="*/ 32 h 158"/>
                  <a:gd name="T72" fmla="*/ 260 w 313"/>
                  <a:gd name="T73" fmla="*/ 27 h 158"/>
                  <a:gd name="T74" fmla="*/ 255 w 313"/>
                  <a:gd name="T75" fmla="*/ 25 h 158"/>
                  <a:gd name="T76" fmla="*/ 250 w 313"/>
                  <a:gd name="T77" fmla="*/ 23 h 158"/>
                  <a:gd name="T78" fmla="*/ 246 w 313"/>
                  <a:gd name="T79" fmla="*/ 19 h 158"/>
                  <a:gd name="T80" fmla="*/ 239 w 313"/>
                  <a:gd name="T81" fmla="*/ 18 h 158"/>
                  <a:gd name="T82" fmla="*/ 230 w 313"/>
                  <a:gd name="T83" fmla="*/ 19 h 158"/>
                  <a:gd name="T84" fmla="*/ 227 w 313"/>
                  <a:gd name="T85" fmla="*/ 19 h 158"/>
                  <a:gd name="T86" fmla="*/ 224 w 313"/>
                  <a:gd name="T87" fmla="*/ 20 h 158"/>
                  <a:gd name="T88" fmla="*/ 222 w 313"/>
                  <a:gd name="T89" fmla="*/ 22 h 158"/>
                  <a:gd name="T90" fmla="*/ 219 w 313"/>
                  <a:gd name="T91" fmla="*/ 21 h 158"/>
                  <a:gd name="T92" fmla="*/ 216 w 313"/>
                  <a:gd name="T93" fmla="*/ 19 h 158"/>
                  <a:gd name="T94" fmla="*/ 210 w 313"/>
                  <a:gd name="T95" fmla="*/ 16 h 158"/>
                  <a:gd name="T96" fmla="*/ 202 w 313"/>
                  <a:gd name="T97" fmla="*/ 12 h 158"/>
                  <a:gd name="T98" fmla="*/ 10 w 313"/>
                  <a:gd name="T99" fmla="*/ 0 h 158"/>
                  <a:gd name="T100" fmla="*/ 0 w 313"/>
                  <a:gd name="T101" fmla="*/ 95 h 158"/>
                  <a:gd name="T102" fmla="*/ 73 w 313"/>
                  <a:gd name="T103" fmla="*/ 102 h 158"/>
                  <a:gd name="T104" fmla="*/ 69 w 313"/>
                  <a:gd name="T105" fmla="*/ 149 h 158"/>
                  <a:gd name="T106" fmla="*/ 69 w 313"/>
                  <a:gd name="T107" fmla="*/ 149 h 158"/>
                  <a:gd name="T108" fmla="*/ 224 w 313"/>
                  <a:gd name="T109" fmla="*/ 155 h 158"/>
                  <a:gd name="T110" fmla="*/ 313 w 313"/>
                  <a:gd name="T11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13" h="158">
                    <a:moveTo>
                      <a:pt x="313" y="158"/>
                    </a:move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1" y="154"/>
                      <a:pt x="311" y="154"/>
                      <a:pt x="311" y="154"/>
                    </a:cubicBezTo>
                    <a:cubicBezTo>
                      <a:pt x="310" y="148"/>
                      <a:pt x="310" y="148"/>
                      <a:pt x="310" y="148"/>
                    </a:cubicBezTo>
                    <a:cubicBezTo>
                      <a:pt x="310" y="148"/>
                      <a:pt x="305" y="147"/>
                      <a:pt x="304" y="146"/>
                    </a:cubicBezTo>
                    <a:cubicBezTo>
                      <a:pt x="303" y="145"/>
                      <a:pt x="304" y="145"/>
                      <a:pt x="304" y="145"/>
                    </a:cubicBezTo>
                    <a:cubicBezTo>
                      <a:pt x="302" y="142"/>
                      <a:pt x="302" y="142"/>
                      <a:pt x="302" y="142"/>
                    </a:cubicBezTo>
                    <a:cubicBezTo>
                      <a:pt x="304" y="140"/>
                      <a:pt x="304" y="140"/>
                      <a:pt x="304" y="140"/>
                    </a:cubicBezTo>
                    <a:cubicBezTo>
                      <a:pt x="303" y="135"/>
                      <a:pt x="303" y="135"/>
                      <a:pt x="303" y="135"/>
                    </a:cubicBezTo>
                    <a:cubicBezTo>
                      <a:pt x="300" y="133"/>
                      <a:pt x="300" y="133"/>
                      <a:pt x="300" y="133"/>
                    </a:cubicBezTo>
                    <a:cubicBezTo>
                      <a:pt x="299" y="130"/>
                      <a:pt x="299" y="130"/>
                      <a:pt x="299" y="130"/>
                    </a:cubicBezTo>
                    <a:cubicBezTo>
                      <a:pt x="297" y="123"/>
                      <a:pt x="297" y="123"/>
                      <a:pt x="297" y="123"/>
                    </a:cubicBezTo>
                    <a:cubicBezTo>
                      <a:pt x="297" y="113"/>
                      <a:pt x="297" y="113"/>
                      <a:pt x="297" y="113"/>
                    </a:cubicBezTo>
                    <a:cubicBezTo>
                      <a:pt x="296" y="111"/>
                      <a:pt x="296" y="111"/>
                      <a:pt x="296" y="111"/>
                    </a:cubicBezTo>
                    <a:cubicBezTo>
                      <a:pt x="294" y="108"/>
                      <a:pt x="294" y="108"/>
                      <a:pt x="294" y="108"/>
                    </a:cubicBezTo>
                    <a:cubicBezTo>
                      <a:pt x="295" y="104"/>
                      <a:pt x="295" y="104"/>
                      <a:pt x="295" y="104"/>
                    </a:cubicBezTo>
                    <a:cubicBezTo>
                      <a:pt x="295" y="94"/>
                      <a:pt x="295" y="94"/>
                      <a:pt x="295" y="94"/>
                    </a:cubicBezTo>
                    <a:cubicBezTo>
                      <a:pt x="293" y="87"/>
                      <a:pt x="293" y="87"/>
                      <a:pt x="293" y="87"/>
                    </a:cubicBezTo>
                    <a:cubicBezTo>
                      <a:pt x="291" y="85"/>
                      <a:pt x="291" y="85"/>
                      <a:pt x="291" y="85"/>
                    </a:cubicBezTo>
                    <a:cubicBezTo>
                      <a:pt x="289" y="85"/>
                      <a:pt x="289" y="85"/>
                      <a:pt x="289" y="85"/>
                    </a:cubicBezTo>
                    <a:cubicBezTo>
                      <a:pt x="288" y="83"/>
                      <a:pt x="288" y="83"/>
                      <a:pt x="288" y="83"/>
                    </a:cubicBezTo>
                    <a:cubicBezTo>
                      <a:pt x="287" y="78"/>
                      <a:pt x="287" y="78"/>
                      <a:pt x="287" y="78"/>
                    </a:cubicBezTo>
                    <a:cubicBezTo>
                      <a:pt x="286" y="74"/>
                      <a:pt x="286" y="74"/>
                      <a:pt x="286" y="74"/>
                    </a:cubicBezTo>
                    <a:cubicBezTo>
                      <a:pt x="289" y="73"/>
                      <a:pt x="289" y="73"/>
                      <a:pt x="289" y="73"/>
                    </a:cubicBezTo>
                    <a:cubicBezTo>
                      <a:pt x="289" y="72"/>
                      <a:pt x="289" y="72"/>
                      <a:pt x="289" y="72"/>
                    </a:cubicBezTo>
                    <a:cubicBezTo>
                      <a:pt x="288" y="71"/>
                      <a:pt x="288" y="71"/>
                      <a:pt x="288" y="71"/>
                    </a:cubicBezTo>
                    <a:cubicBezTo>
                      <a:pt x="287" y="68"/>
                      <a:pt x="287" y="68"/>
                      <a:pt x="287" y="68"/>
                    </a:cubicBezTo>
                    <a:cubicBezTo>
                      <a:pt x="285" y="65"/>
                      <a:pt x="285" y="65"/>
                      <a:pt x="285" y="65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1" y="54"/>
                      <a:pt x="281" y="54"/>
                      <a:pt x="281" y="54"/>
                    </a:cubicBezTo>
                    <a:cubicBezTo>
                      <a:pt x="278" y="49"/>
                      <a:pt x="278" y="49"/>
                      <a:pt x="278" y="49"/>
                    </a:cubicBezTo>
                    <a:cubicBezTo>
                      <a:pt x="275" y="40"/>
                      <a:pt x="275" y="40"/>
                      <a:pt x="275" y="40"/>
                    </a:cubicBezTo>
                    <a:cubicBezTo>
                      <a:pt x="272" y="36"/>
                      <a:pt x="272" y="36"/>
                      <a:pt x="272" y="36"/>
                    </a:cubicBezTo>
                    <a:cubicBezTo>
                      <a:pt x="271" y="35"/>
                      <a:pt x="271" y="35"/>
                      <a:pt x="271" y="35"/>
                    </a:cubicBezTo>
                    <a:cubicBezTo>
                      <a:pt x="267" y="32"/>
                      <a:pt x="267" y="32"/>
                      <a:pt x="267" y="32"/>
                    </a:cubicBezTo>
                    <a:cubicBezTo>
                      <a:pt x="260" y="27"/>
                      <a:pt x="260" y="27"/>
                      <a:pt x="260" y="27"/>
                    </a:cubicBezTo>
                    <a:cubicBezTo>
                      <a:pt x="255" y="25"/>
                      <a:pt x="255" y="25"/>
                      <a:pt x="255" y="25"/>
                    </a:cubicBezTo>
                    <a:cubicBezTo>
                      <a:pt x="250" y="23"/>
                      <a:pt x="250" y="23"/>
                      <a:pt x="250" y="23"/>
                    </a:cubicBezTo>
                    <a:cubicBezTo>
                      <a:pt x="246" y="19"/>
                      <a:pt x="246" y="19"/>
                      <a:pt x="246" y="19"/>
                    </a:cubicBezTo>
                    <a:cubicBezTo>
                      <a:pt x="239" y="18"/>
                      <a:pt x="239" y="18"/>
                      <a:pt x="239" y="18"/>
                    </a:cubicBezTo>
                    <a:cubicBezTo>
                      <a:pt x="230" y="19"/>
                      <a:pt x="230" y="19"/>
                      <a:pt x="230" y="19"/>
                    </a:cubicBezTo>
                    <a:cubicBezTo>
                      <a:pt x="227" y="19"/>
                      <a:pt x="227" y="19"/>
                      <a:pt x="227" y="19"/>
                    </a:cubicBezTo>
                    <a:cubicBezTo>
                      <a:pt x="224" y="20"/>
                      <a:pt x="224" y="20"/>
                      <a:pt x="224" y="20"/>
                    </a:cubicBezTo>
                    <a:cubicBezTo>
                      <a:pt x="222" y="22"/>
                      <a:pt x="222" y="22"/>
                      <a:pt x="222" y="22"/>
                    </a:cubicBezTo>
                    <a:cubicBezTo>
                      <a:pt x="219" y="21"/>
                      <a:pt x="219" y="21"/>
                      <a:pt x="219" y="21"/>
                    </a:cubicBezTo>
                    <a:cubicBezTo>
                      <a:pt x="216" y="19"/>
                      <a:pt x="216" y="19"/>
                      <a:pt x="216" y="19"/>
                    </a:cubicBezTo>
                    <a:cubicBezTo>
                      <a:pt x="210" y="16"/>
                      <a:pt x="210" y="16"/>
                      <a:pt x="210" y="16"/>
                    </a:cubicBezTo>
                    <a:cubicBezTo>
                      <a:pt x="202" y="12"/>
                      <a:pt x="202" y="12"/>
                      <a:pt x="202" y="1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73" y="102"/>
                      <a:pt x="73" y="102"/>
                      <a:pt x="73" y="102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75" y="149"/>
                      <a:pt x="186" y="154"/>
                      <a:pt x="224" y="155"/>
                    </a:cubicBezTo>
                    <a:cubicBezTo>
                      <a:pt x="246" y="156"/>
                      <a:pt x="313" y="158"/>
                      <a:pt x="313" y="158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2" name="Freeform 13">
                <a:extLst>
                  <a:ext uri="{FF2B5EF4-FFF2-40B4-BE49-F238E27FC236}">
                    <a16:creationId xmlns:a16="http://schemas.microsoft.com/office/drawing/2014/main" id="{B7436439-C427-E57D-19D0-5B8660A08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17266" y="1838009"/>
                <a:ext cx="338256" cy="225563"/>
              </a:xfrm>
              <a:custGeom>
                <a:avLst/>
                <a:gdLst>
                  <a:gd name="T0" fmla="*/ 200 w 269"/>
                  <a:gd name="T1" fmla="*/ 158 h 180"/>
                  <a:gd name="T2" fmla="*/ 206 w 269"/>
                  <a:gd name="T3" fmla="*/ 161 h 180"/>
                  <a:gd name="T4" fmla="*/ 209 w 269"/>
                  <a:gd name="T5" fmla="*/ 163 h 180"/>
                  <a:gd name="T6" fmla="*/ 212 w 269"/>
                  <a:gd name="T7" fmla="*/ 164 h 180"/>
                  <a:gd name="T8" fmla="*/ 214 w 269"/>
                  <a:gd name="T9" fmla="*/ 162 h 180"/>
                  <a:gd name="T10" fmla="*/ 217 w 269"/>
                  <a:gd name="T11" fmla="*/ 161 h 180"/>
                  <a:gd name="T12" fmla="*/ 220 w 269"/>
                  <a:gd name="T13" fmla="*/ 161 h 180"/>
                  <a:gd name="T14" fmla="*/ 229 w 269"/>
                  <a:gd name="T15" fmla="*/ 160 h 180"/>
                  <a:gd name="T16" fmla="*/ 236 w 269"/>
                  <a:gd name="T17" fmla="*/ 161 h 180"/>
                  <a:gd name="T18" fmla="*/ 240 w 269"/>
                  <a:gd name="T19" fmla="*/ 165 h 180"/>
                  <a:gd name="T20" fmla="*/ 245 w 269"/>
                  <a:gd name="T21" fmla="*/ 167 h 180"/>
                  <a:gd name="T22" fmla="*/ 250 w 269"/>
                  <a:gd name="T23" fmla="*/ 169 h 180"/>
                  <a:gd name="T24" fmla="*/ 257 w 269"/>
                  <a:gd name="T25" fmla="*/ 174 h 180"/>
                  <a:gd name="T26" fmla="*/ 261 w 269"/>
                  <a:gd name="T27" fmla="*/ 177 h 180"/>
                  <a:gd name="T28" fmla="*/ 262 w 269"/>
                  <a:gd name="T29" fmla="*/ 178 h 180"/>
                  <a:gd name="T30" fmla="*/ 263 w 269"/>
                  <a:gd name="T31" fmla="*/ 180 h 180"/>
                  <a:gd name="T32" fmla="*/ 263 w 269"/>
                  <a:gd name="T33" fmla="*/ 180 h 180"/>
                  <a:gd name="T34" fmla="*/ 263 w 269"/>
                  <a:gd name="T35" fmla="*/ 177 h 180"/>
                  <a:gd name="T36" fmla="*/ 263 w 269"/>
                  <a:gd name="T37" fmla="*/ 173 h 180"/>
                  <a:gd name="T38" fmla="*/ 259 w 269"/>
                  <a:gd name="T39" fmla="*/ 170 h 180"/>
                  <a:gd name="T40" fmla="*/ 259 w 269"/>
                  <a:gd name="T41" fmla="*/ 167 h 180"/>
                  <a:gd name="T42" fmla="*/ 260 w 269"/>
                  <a:gd name="T43" fmla="*/ 164 h 180"/>
                  <a:gd name="T44" fmla="*/ 263 w 269"/>
                  <a:gd name="T45" fmla="*/ 163 h 180"/>
                  <a:gd name="T46" fmla="*/ 263 w 269"/>
                  <a:gd name="T47" fmla="*/ 156 h 180"/>
                  <a:gd name="T48" fmla="*/ 264 w 269"/>
                  <a:gd name="T49" fmla="*/ 153 h 180"/>
                  <a:gd name="T50" fmla="*/ 266 w 269"/>
                  <a:gd name="T51" fmla="*/ 152 h 180"/>
                  <a:gd name="T52" fmla="*/ 266 w 269"/>
                  <a:gd name="T53" fmla="*/ 148 h 180"/>
                  <a:gd name="T54" fmla="*/ 264 w 269"/>
                  <a:gd name="T55" fmla="*/ 143 h 180"/>
                  <a:gd name="T56" fmla="*/ 262 w 269"/>
                  <a:gd name="T57" fmla="*/ 142 h 180"/>
                  <a:gd name="T58" fmla="*/ 263 w 269"/>
                  <a:gd name="T59" fmla="*/ 137 h 180"/>
                  <a:gd name="T60" fmla="*/ 263 w 269"/>
                  <a:gd name="T61" fmla="*/ 134 h 180"/>
                  <a:gd name="T62" fmla="*/ 266 w 269"/>
                  <a:gd name="T63" fmla="*/ 134 h 180"/>
                  <a:gd name="T64" fmla="*/ 269 w 269"/>
                  <a:gd name="T65" fmla="*/ 47 h 180"/>
                  <a:gd name="T66" fmla="*/ 266 w 269"/>
                  <a:gd name="T67" fmla="*/ 44 h 180"/>
                  <a:gd name="T68" fmla="*/ 264 w 269"/>
                  <a:gd name="T69" fmla="*/ 41 h 180"/>
                  <a:gd name="T70" fmla="*/ 259 w 269"/>
                  <a:gd name="T71" fmla="*/ 39 h 180"/>
                  <a:gd name="T72" fmla="*/ 258 w 269"/>
                  <a:gd name="T73" fmla="*/ 36 h 180"/>
                  <a:gd name="T74" fmla="*/ 255 w 269"/>
                  <a:gd name="T75" fmla="*/ 33 h 180"/>
                  <a:gd name="T76" fmla="*/ 254 w 269"/>
                  <a:gd name="T77" fmla="*/ 31 h 180"/>
                  <a:gd name="T78" fmla="*/ 254 w 269"/>
                  <a:gd name="T79" fmla="*/ 29 h 180"/>
                  <a:gd name="T80" fmla="*/ 254 w 269"/>
                  <a:gd name="T81" fmla="*/ 27 h 180"/>
                  <a:gd name="T82" fmla="*/ 257 w 269"/>
                  <a:gd name="T83" fmla="*/ 24 h 180"/>
                  <a:gd name="T84" fmla="*/ 260 w 269"/>
                  <a:gd name="T85" fmla="*/ 21 h 180"/>
                  <a:gd name="T86" fmla="*/ 264 w 269"/>
                  <a:gd name="T87" fmla="*/ 17 h 180"/>
                  <a:gd name="T88" fmla="*/ 263 w 269"/>
                  <a:gd name="T89" fmla="*/ 15 h 180"/>
                  <a:gd name="T90" fmla="*/ 263 w 269"/>
                  <a:gd name="T91" fmla="*/ 14 h 180"/>
                  <a:gd name="T92" fmla="*/ 136 w 269"/>
                  <a:gd name="T93" fmla="*/ 8 h 180"/>
                  <a:gd name="T94" fmla="*/ 14 w 269"/>
                  <a:gd name="T95" fmla="*/ 0 h 180"/>
                  <a:gd name="T96" fmla="*/ 0 w 269"/>
                  <a:gd name="T97" fmla="*/ 142 h 180"/>
                  <a:gd name="T98" fmla="*/ 192 w 269"/>
                  <a:gd name="T99" fmla="*/ 154 h 180"/>
                  <a:gd name="T100" fmla="*/ 200 w 269"/>
                  <a:gd name="T101" fmla="*/ 158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69" h="180">
                    <a:moveTo>
                      <a:pt x="200" y="158"/>
                    </a:moveTo>
                    <a:cubicBezTo>
                      <a:pt x="206" y="161"/>
                      <a:pt x="206" y="161"/>
                      <a:pt x="206" y="161"/>
                    </a:cubicBezTo>
                    <a:cubicBezTo>
                      <a:pt x="209" y="163"/>
                      <a:pt x="209" y="163"/>
                      <a:pt x="209" y="163"/>
                    </a:cubicBezTo>
                    <a:cubicBezTo>
                      <a:pt x="212" y="164"/>
                      <a:pt x="212" y="164"/>
                      <a:pt x="212" y="164"/>
                    </a:cubicBezTo>
                    <a:cubicBezTo>
                      <a:pt x="214" y="162"/>
                      <a:pt x="214" y="162"/>
                      <a:pt x="214" y="162"/>
                    </a:cubicBezTo>
                    <a:cubicBezTo>
                      <a:pt x="217" y="161"/>
                      <a:pt x="217" y="161"/>
                      <a:pt x="217" y="161"/>
                    </a:cubicBezTo>
                    <a:cubicBezTo>
                      <a:pt x="220" y="161"/>
                      <a:pt x="220" y="161"/>
                      <a:pt x="220" y="161"/>
                    </a:cubicBezTo>
                    <a:cubicBezTo>
                      <a:pt x="229" y="160"/>
                      <a:pt x="229" y="160"/>
                      <a:pt x="229" y="160"/>
                    </a:cubicBezTo>
                    <a:cubicBezTo>
                      <a:pt x="236" y="161"/>
                      <a:pt x="236" y="161"/>
                      <a:pt x="236" y="161"/>
                    </a:cubicBezTo>
                    <a:cubicBezTo>
                      <a:pt x="240" y="165"/>
                      <a:pt x="240" y="165"/>
                      <a:pt x="240" y="165"/>
                    </a:cubicBezTo>
                    <a:cubicBezTo>
                      <a:pt x="245" y="167"/>
                      <a:pt x="245" y="167"/>
                      <a:pt x="245" y="167"/>
                    </a:cubicBezTo>
                    <a:cubicBezTo>
                      <a:pt x="250" y="169"/>
                      <a:pt x="250" y="169"/>
                      <a:pt x="250" y="169"/>
                    </a:cubicBezTo>
                    <a:cubicBezTo>
                      <a:pt x="257" y="174"/>
                      <a:pt x="257" y="174"/>
                      <a:pt x="257" y="174"/>
                    </a:cubicBezTo>
                    <a:cubicBezTo>
                      <a:pt x="261" y="177"/>
                      <a:pt x="261" y="177"/>
                      <a:pt x="261" y="177"/>
                    </a:cubicBezTo>
                    <a:cubicBezTo>
                      <a:pt x="262" y="178"/>
                      <a:pt x="262" y="178"/>
                      <a:pt x="262" y="178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77"/>
                      <a:pt x="263" y="177"/>
                      <a:pt x="263" y="177"/>
                    </a:cubicBezTo>
                    <a:cubicBezTo>
                      <a:pt x="263" y="173"/>
                      <a:pt x="263" y="173"/>
                      <a:pt x="263" y="173"/>
                    </a:cubicBezTo>
                    <a:cubicBezTo>
                      <a:pt x="259" y="170"/>
                      <a:pt x="259" y="170"/>
                      <a:pt x="259" y="170"/>
                    </a:cubicBezTo>
                    <a:cubicBezTo>
                      <a:pt x="259" y="167"/>
                      <a:pt x="259" y="167"/>
                      <a:pt x="259" y="167"/>
                    </a:cubicBezTo>
                    <a:cubicBezTo>
                      <a:pt x="260" y="164"/>
                      <a:pt x="260" y="164"/>
                      <a:pt x="260" y="164"/>
                    </a:cubicBezTo>
                    <a:cubicBezTo>
                      <a:pt x="263" y="163"/>
                      <a:pt x="263" y="163"/>
                      <a:pt x="263" y="163"/>
                    </a:cubicBezTo>
                    <a:cubicBezTo>
                      <a:pt x="263" y="156"/>
                      <a:pt x="263" y="156"/>
                      <a:pt x="263" y="156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6" y="152"/>
                      <a:pt x="266" y="152"/>
                      <a:pt x="266" y="152"/>
                    </a:cubicBezTo>
                    <a:cubicBezTo>
                      <a:pt x="266" y="148"/>
                      <a:pt x="266" y="148"/>
                      <a:pt x="266" y="148"/>
                    </a:cubicBezTo>
                    <a:cubicBezTo>
                      <a:pt x="264" y="143"/>
                      <a:pt x="264" y="143"/>
                      <a:pt x="264" y="143"/>
                    </a:cubicBezTo>
                    <a:cubicBezTo>
                      <a:pt x="262" y="142"/>
                      <a:pt x="262" y="142"/>
                      <a:pt x="262" y="142"/>
                    </a:cubicBezTo>
                    <a:cubicBezTo>
                      <a:pt x="263" y="137"/>
                      <a:pt x="263" y="137"/>
                      <a:pt x="263" y="137"/>
                    </a:cubicBezTo>
                    <a:cubicBezTo>
                      <a:pt x="263" y="134"/>
                      <a:pt x="263" y="134"/>
                      <a:pt x="263" y="134"/>
                    </a:cubicBezTo>
                    <a:cubicBezTo>
                      <a:pt x="266" y="134"/>
                      <a:pt x="266" y="134"/>
                      <a:pt x="266" y="134"/>
                    </a:cubicBezTo>
                    <a:cubicBezTo>
                      <a:pt x="269" y="47"/>
                      <a:pt x="269" y="47"/>
                      <a:pt x="269" y="47"/>
                    </a:cubicBezTo>
                    <a:cubicBezTo>
                      <a:pt x="266" y="44"/>
                      <a:pt x="266" y="44"/>
                      <a:pt x="266" y="44"/>
                    </a:cubicBezTo>
                    <a:cubicBezTo>
                      <a:pt x="264" y="41"/>
                      <a:pt x="264" y="41"/>
                      <a:pt x="264" y="41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6"/>
                      <a:pt x="258" y="36"/>
                      <a:pt x="258" y="36"/>
                    </a:cubicBezTo>
                    <a:cubicBezTo>
                      <a:pt x="255" y="33"/>
                      <a:pt x="255" y="33"/>
                      <a:pt x="255" y="33"/>
                    </a:cubicBezTo>
                    <a:cubicBezTo>
                      <a:pt x="254" y="31"/>
                      <a:pt x="254" y="31"/>
                      <a:pt x="254" y="31"/>
                    </a:cubicBezTo>
                    <a:cubicBezTo>
                      <a:pt x="254" y="29"/>
                      <a:pt x="254" y="29"/>
                      <a:pt x="254" y="29"/>
                    </a:cubicBezTo>
                    <a:cubicBezTo>
                      <a:pt x="254" y="27"/>
                      <a:pt x="254" y="27"/>
                      <a:pt x="254" y="27"/>
                    </a:cubicBezTo>
                    <a:cubicBezTo>
                      <a:pt x="257" y="24"/>
                      <a:pt x="257" y="24"/>
                      <a:pt x="257" y="24"/>
                    </a:cubicBezTo>
                    <a:cubicBezTo>
                      <a:pt x="260" y="21"/>
                      <a:pt x="260" y="21"/>
                      <a:pt x="260" y="21"/>
                    </a:cubicBezTo>
                    <a:cubicBezTo>
                      <a:pt x="264" y="17"/>
                      <a:pt x="264" y="17"/>
                      <a:pt x="264" y="17"/>
                    </a:cubicBezTo>
                    <a:cubicBezTo>
                      <a:pt x="263" y="15"/>
                      <a:pt x="263" y="15"/>
                      <a:pt x="263" y="15"/>
                    </a:cubicBezTo>
                    <a:cubicBezTo>
                      <a:pt x="263" y="14"/>
                      <a:pt x="263" y="14"/>
                      <a:pt x="263" y="14"/>
                    </a:cubicBezTo>
                    <a:cubicBezTo>
                      <a:pt x="263" y="14"/>
                      <a:pt x="167" y="10"/>
                      <a:pt x="136" y="8"/>
                    </a:cubicBezTo>
                    <a:cubicBezTo>
                      <a:pt x="105" y="6"/>
                      <a:pt x="14" y="0"/>
                      <a:pt x="14" y="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192" y="154"/>
                      <a:pt x="192" y="154"/>
                      <a:pt x="192" y="154"/>
                    </a:cubicBezTo>
                    <a:lnTo>
                      <a:pt x="200" y="15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3" name="Freeform 14">
                <a:extLst>
                  <a:ext uri="{FF2B5EF4-FFF2-40B4-BE49-F238E27FC236}">
                    <a16:creationId xmlns:a16="http://schemas.microsoft.com/office/drawing/2014/main" id="{DB3987E4-882A-A887-3217-B96A22D34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0880" y="1854332"/>
                <a:ext cx="339739" cy="280469"/>
              </a:xfrm>
              <a:custGeom>
                <a:avLst/>
                <a:gdLst>
                  <a:gd name="T0" fmla="*/ 229 w 229"/>
                  <a:gd name="T1" fmla="*/ 27 h 189"/>
                  <a:gd name="T2" fmla="*/ 228 w 229"/>
                  <a:gd name="T3" fmla="*/ 27 h 189"/>
                  <a:gd name="T4" fmla="*/ 28 w 229"/>
                  <a:gd name="T5" fmla="*/ 0 h 189"/>
                  <a:gd name="T6" fmla="*/ 24 w 229"/>
                  <a:gd name="T7" fmla="*/ 23 h 189"/>
                  <a:gd name="T8" fmla="*/ 7 w 229"/>
                  <a:gd name="T9" fmla="*/ 122 h 189"/>
                  <a:gd name="T10" fmla="*/ 0 w 229"/>
                  <a:gd name="T11" fmla="*/ 162 h 189"/>
                  <a:gd name="T12" fmla="*/ 61 w 229"/>
                  <a:gd name="T13" fmla="*/ 172 h 189"/>
                  <a:gd name="T14" fmla="*/ 212 w 229"/>
                  <a:gd name="T15" fmla="*/ 189 h 189"/>
                  <a:gd name="T16" fmla="*/ 220 w 229"/>
                  <a:gd name="T17" fmla="*/ 109 h 189"/>
                  <a:gd name="T18" fmla="*/ 229 w 229"/>
                  <a:gd name="T19" fmla="*/ 27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9" h="189">
                    <a:moveTo>
                      <a:pt x="229" y="27"/>
                    </a:moveTo>
                    <a:lnTo>
                      <a:pt x="228" y="27"/>
                    </a:lnTo>
                    <a:lnTo>
                      <a:pt x="28" y="0"/>
                    </a:lnTo>
                    <a:lnTo>
                      <a:pt x="24" y="23"/>
                    </a:lnTo>
                    <a:lnTo>
                      <a:pt x="7" y="122"/>
                    </a:lnTo>
                    <a:lnTo>
                      <a:pt x="0" y="162"/>
                    </a:lnTo>
                    <a:lnTo>
                      <a:pt x="61" y="172"/>
                    </a:lnTo>
                    <a:lnTo>
                      <a:pt x="212" y="189"/>
                    </a:lnTo>
                    <a:lnTo>
                      <a:pt x="220" y="109"/>
                    </a:lnTo>
                    <a:lnTo>
                      <a:pt x="229" y="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4" name="Freeform 15">
                <a:extLst>
                  <a:ext uri="{FF2B5EF4-FFF2-40B4-BE49-F238E27FC236}">
                    <a16:creationId xmlns:a16="http://schemas.microsoft.com/office/drawing/2014/main" id="{1258DDDF-533E-B269-7354-DCDF0F2C1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5070" y="1652512"/>
                <a:ext cx="316002" cy="203304"/>
              </a:xfrm>
              <a:custGeom>
                <a:avLst/>
                <a:gdLst>
                  <a:gd name="T0" fmla="*/ 249 w 251"/>
                  <a:gd name="T1" fmla="*/ 161 h 162"/>
                  <a:gd name="T2" fmla="*/ 249 w 251"/>
                  <a:gd name="T3" fmla="*/ 162 h 162"/>
                  <a:gd name="T4" fmla="*/ 249 w 251"/>
                  <a:gd name="T5" fmla="*/ 162 h 162"/>
                  <a:gd name="T6" fmla="*/ 251 w 251"/>
                  <a:gd name="T7" fmla="*/ 160 h 162"/>
                  <a:gd name="T8" fmla="*/ 251 w 251"/>
                  <a:gd name="T9" fmla="*/ 155 h 162"/>
                  <a:gd name="T10" fmla="*/ 251 w 251"/>
                  <a:gd name="T11" fmla="*/ 150 h 162"/>
                  <a:gd name="T12" fmla="*/ 250 w 251"/>
                  <a:gd name="T13" fmla="*/ 144 h 162"/>
                  <a:gd name="T14" fmla="*/ 248 w 251"/>
                  <a:gd name="T15" fmla="*/ 141 h 162"/>
                  <a:gd name="T16" fmla="*/ 245 w 251"/>
                  <a:gd name="T17" fmla="*/ 138 h 162"/>
                  <a:gd name="T18" fmla="*/ 245 w 251"/>
                  <a:gd name="T19" fmla="*/ 131 h 162"/>
                  <a:gd name="T20" fmla="*/ 244 w 251"/>
                  <a:gd name="T21" fmla="*/ 129 h 162"/>
                  <a:gd name="T22" fmla="*/ 242 w 251"/>
                  <a:gd name="T23" fmla="*/ 126 h 162"/>
                  <a:gd name="T24" fmla="*/ 242 w 251"/>
                  <a:gd name="T25" fmla="*/ 117 h 162"/>
                  <a:gd name="T26" fmla="*/ 242 w 251"/>
                  <a:gd name="T27" fmla="*/ 103 h 162"/>
                  <a:gd name="T28" fmla="*/ 241 w 251"/>
                  <a:gd name="T29" fmla="*/ 86 h 162"/>
                  <a:gd name="T30" fmla="*/ 241 w 251"/>
                  <a:gd name="T31" fmla="*/ 77 h 162"/>
                  <a:gd name="T32" fmla="*/ 237 w 251"/>
                  <a:gd name="T33" fmla="*/ 70 h 162"/>
                  <a:gd name="T34" fmla="*/ 234 w 251"/>
                  <a:gd name="T35" fmla="*/ 60 h 162"/>
                  <a:gd name="T36" fmla="*/ 232 w 251"/>
                  <a:gd name="T37" fmla="*/ 54 h 162"/>
                  <a:gd name="T38" fmla="*/ 234 w 251"/>
                  <a:gd name="T39" fmla="*/ 47 h 162"/>
                  <a:gd name="T40" fmla="*/ 233 w 251"/>
                  <a:gd name="T41" fmla="*/ 41 h 162"/>
                  <a:gd name="T42" fmla="*/ 232 w 251"/>
                  <a:gd name="T43" fmla="*/ 39 h 162"/>
                  <a:gd name="T44" fmla="*/ 232 w 251"/>
                  <a:gd name="T45" fmla="*/ 34 h 162"/>
                  <a:gd name="T46" fmla="*/ 232 w 251"/>
                  <a:gd name="T47" fmla="*/ 33 h 162"/>
                  <a:gd name="T48" fmla="*/ 234 w 251"/>
                  <a:gd name="T49" fmla="*/ 31 h 162"/>
                  <a:gd name="T50" fmla="*/ 235 w 251"/>
                  <a:gd name="T51" fmla="*/ 29 h 162"/>
                  <a:gd name="T52" fmla="*/ 235 w 251"/>
                  <a:gd name="T53" fmla="*/ 25 h 162"/>
                  <a:gd name="T54" fmla="*/ 232 w 251"/>
                  <a:gd name="T55" fmla="*/ 22 h 162"/>
                  <a:gd name="T56" fmla="*/ 232 w 251"/>
                  <a:gd name="T57" fmla="*/ 21 h 162"/>
                  <a:gd name="T58" fmla="*/ 231 w 251"/>
                  <a:gd name="T59" fmla="*/ 18 h 162"/>
                  <a:gd name="T60" fmla="*/ 230 w 251"/>
                  <a:gd name="T61" fmla="*/ 13 h 162"/>
                  <a:gd name="T62" fmla="*/ 97 w 251"/>
                  <a:gd name="T63" fmla="*/ 7 h 162"/>
                  <a:gd name="T64" fmla="*/ 14 w 251"/>
                  <a:gd name="T65" fmla="*/ 0 h 162"/>
                  <a:gd name="T66" fmla="*/ 0 w 251"/>
                  <a:gd name="T67" fmla="*/ 147 h 162"/>
                  <a:gd name="T68" fmla="*/ 122 w 251"/>
                  <a:gd name="T69" fmla="*/ 155 h 162"/>
                  <a:gd name="T70" fmla="*/ 249 w 251"/>
                  <a:gd name="T71" fmla="*/ 161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51" h="162">
                    <a:moveTo>
                      <a:pt x="249" y="161"/>
                    </a:move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51" y="160"/>
                      <a:pt x="251" y="160"/>
                      <a:pt x="251" y="160"/>
                    </a:cubicBezTo>
                    <a:cubicBezTo>
                      <a:pt x="251" y="155"/>
                      <a:pt x="251" y="155"/>
                      <a:pt x="251" y="155"/>
                    </a:cubicBezTo>
                    <a:cubicBezTo>
                      <a:pt x="251" y="150"/>
                      <a:pt x="251" y="150"/>
                      <a:pt x="251" y="150"/>
                    </a:cubicBezTo>
                    <a:cubicBezTo>
                      <a:pt x="250" y="144"/>
                      <a:pt x="250" y="144"/>
                      <a:pt x="250" y="144"/>
                    </a:cubicBezTo>
                    <a:cubicBezTo>
                      <a:pt x="248" y="141"/>
                      <a:pt x="248" y="141"/>
                      <a:pt x="248" y="141"/>
                    </a:cubicBezTo>
                    <a:cubicBezTo>
                      <a:pt x="245" y="138"/>
                      <a:pt x="245" y="138"/>
                      <a:pt x="245" y="138"/>
                    </a:cubicBezTo>
                    <a:cubicBezTo>
                      <a:pt x="245" y="131"/>
                      <a:pt x="245" y="131"/>
                      <a:pt x="245" y="131"/>
                    </a:cubicBezTo>
                    <a:cubicBezTo>
                      <a:pt x="244" y="129"/>
                      <a:pt x="244" y="129"/>
                      <a:pt x="244" y="129"/>
                    </a:cubicBezTo>
                    <a:cubicBezTo>
                      <a:pt x="242" y="126"/>
                      <a:pt x="242" y="126"/>
                      <a:pt x="242" y="126"/>
                    </a:cubicBezTo>
                    <a:cubicBezTo>
                      <a:pt x="242" y="117"/>
                      <a:pt x="242" y="117"/>
                      <a:pt x="242" y="117"/>
                    </a:cubicBezTo>
                    <a:cubicBezTo>
                      <a:pt x="242" y="103"/>
                      <a:pt x="242" y="103"/>
                      <a:pt x="242" y="103"/>
                    </a:cubicBezTo>
                    <a:cubicBezTo>
                      <a:pt x="241" y="86"/>
                      <a:pt x="241" y="86"/>
                      <a:pt x="241" y="86"/>
                    </a:cubicBezTo>
                    <a:cubicBezTo>
                      <a:pt x="241" y="77"/>
                      <a:pt x="241" y="77"/>
                      <a:pt x="241" y="77"/>
                    </a:cubicBezTo>
                    <a:cubicBezTo>
                      <a:pt x="237" y="70"/>
                      <a:pt x="237" y="70"/>
                      <a:pt x="237" y="70"/>
                    </a:cubicBezTo>
                    <a:cubicBezTo>
                      <a:pt x="234" y="60"/>
                      <a:pt x="234" y="60"/>
                      <a:pt x="234" y="60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47"/>
                      <a:pt x="234" y="47"/>
                      <a:pt x="234" y="47"/>
                    </a:cubicBezTo>
                    <a:cubicBezTo>
                      <a:pt x="233" y="41"/>
                      <a:pt x="233" y="41"/>
                      <a:pt x="233" y="41"/>
                    </a:cubicBezTo>
                    <a:cubicBezTo>
                      <a:pt x="232" y="39"/>
                      <a:pt x="232" y="39"/>
                      <a:pt x="232" y="39"/>
                    </a:cubicBezTo>
                    <a:cubicBezTo>
                      <a:pt x="232" y="34"/>
                      <a:pt x="232" y="34"/>
                      <a:pt x="232" y="34"/>
                    </a:cubicBezTo>
                    <a:cubicBezTo>
                      <a:pt x="232" y="33"/>
                      <a:pt x="232" y="33"/>
                      <a:pt x="232" y="33"/>
                    </a:cubicBezTo>
                    <a:cubicBezTo>
                      <a:pt x="234" y="31"/>
                      <a:pt x="234" y="31"/>
                      <a:pt x="234" y="31"/>
                    </a:cubicBezTo>
                    <a:cubicBezTo>
                      <a:pt x="235" y="29"/>
                      <a:pt x="235" y="29"/>
                      <a:pt x="235" y="29"/>
                    </a:cubicBezTo>
                    <a:cubicBezTo>
                      <a:pt x="235" y="25"/>
                      <a:pt x="235" y="25"/>
                      <a:pt x="235" y="25"/>
                    </a:cubicBezTo>
                    <a:cubicBezTo>
                      <a:pt x="232" y="22"/>
                      <a:pt x="232" y="22"/>
                      <a:pt x="232" y="22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1" y="18"/>
                      <a:pt x="231" y="18"/>
                      <a:pt x="231" y="18"/>
                    </a:cubicBezTo>
                    <a:cubicBezTo>
                      <a:pt x="230" y="13"/>
                      <a:pt x="230" y="13"/>
                      <a:pt x="230" y="13"/>
                    </a:cubicBezTo>
                    <a:cubicBezTo>
                      <a:pt x="230" y="13"/>
                      <a:pt x="130" y="9"/>
                      <a:pt x="97" y="7"/>
                    </a:cubicBezTo>
                    <a:cubicBezTo>
                      <a:pt x="76" y="6"/>
                      <a:pt x="14" y="0"/>
                      <a:pt x="14" y="0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47"/>
                      <a:pt x="91" y="153"/>
                      <a:pt x="122" y="155"/>
                    </a:cubicBezTo>
                    <a:cubicBezTo>
                      <a:pt x="153" y="157"/>
                      <a:pt x="249" y="161"/>
                      <a:pt x="249" y="1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5" name="Freeform 16">
                <a:extLst>
                  <a:ext uri="{FF2B5EF4-FFF2-40B4-BE49-F238E27FC236}">
                    <a16:creationId xmlns:a16="http://schemas.microsoft.com/office/drawing/2014/main" id="{9FBD9D38-BB0F-EB30-6272-1D8F10E5A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4288" y="2109574"/>
                <a:ext cx="353091" cy="277501"/>
              </a:xfrm>
              <a:custGeom>
                <a:avLst/>
                <a:gdLst>
                  <a:gd name="T0" fmla="*/ 267 w 281"/>
                  <a:gd name="T1" fmla="*/ 221 h 221"/>
                  <a:gd name="T2" fmla="*/ 277 w 281"/>
                  <a:gd name="T3" fmla="*/ 75 h 221"/>
                  <a:gd name="T4" fmla="*/ 277 w 281"/>
                  <a:gd name="T5" fmla="*/ 75 h 221"/>
                  <a:gd name="T6" fmla="*/ 277 w 281"/>
                  <a:gd name="T7" fmla="*/ 75 h 221"/>
                  <a:gd name="T8" fmla="*/ 281 w 281"/>
                  <a:gd name="T9" fmla="*/ 28 h 221"/>
                  <a:gd name="T10" fmla="*/ 208 w 281"/>
                  <a:gd name="T11" fmla="*/ 21 h 221"/>
                  <a:gd name="T12" fmla="*/ 30 w 281"/>
                  <a:gd name="T13" fmla="*/ 0 h 221"/>
                  <a:gd name="T14" fmla="*/ 0 w 281"/>
                  <a:gd name="T15" fmla="*/ 192 h 221"/>
                  <a:gd name="T16" fmla="*/ 229 w 281"/>
                  <a:gd name="T17" fmla="*/ 219 h 221"/>
                  <a:gd name="T18" fmla="*/ 267 w 281"/>
                  <a:gd name="T19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" h="221">
                    <a:moveTo>
                      <a:pt x="267" y="221"/>
                    </a:move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81" y="28"/>
                      <a:pt x="281" y="28"/>
                      <a:pt x="281" y="28"/>
                    </a:cubicBezTo>
                    <a:cubicBezTo>
                      <a:pt x="208" y="21"/>
                      <a:pt x="208" y="21"/>
                      <a:pt x="208" y="2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229" y="219"/>
                      <a:pt x="229" y="219"/>
                      <a:pt x="229" y="219"/>
                    </a:cubicBezTo>
                    <a:cubicBezTo>
                      <a:pt x="229" y="219"/>
                      <a:pt x="245" y="220"/>
                      <a:pt x="267" y="22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6" name="Freeform 17">
                <a:extLst>
                  <a:ext uri="{FF2B5EF4-FFF2-40B4-BE49-F238E27FC236}">
                    <a16:creationId xmlns:a16="http://schemas.microsoft.com/office/drawing/2014/main" id="{8626F19D-AB1F-D353-B57B-0437C697F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9883" y="2010148"/>
                <a:ext cx="271495" cy="339828"/>
              </a:xfrm>
              <a:custGeom>
                <a:avLst/>
                <a:gdLst>
                  <a:gd name="T0" fmla="*/ 183 w 183"/>
                  <a:gd name="T1" fmla="*/ 67 h 229"/>
                  <a:gd name="T2" fmla="*/ 122 w 183"/>
                  <a:gd name="T3" fmla="*/ 57 h 229"/>
                  <a:gd name="T4" fmla="*/ 129 w 183"/>
                  <a:gd name="T5" fmla="*/ 17 h 229"/>
                  <a:gd name="T6" fmla="*/ 39 w 183"/>
                  <a:gd name="T7" fmla="*/ 0 h 229"/>
                  <a:gd name="T8" fmla="*/ 0 w 183"/>
                  <a:gd name="T9" fmla="*/ 201 h 229"/>
                  <a:gd name="T10" fmla="*/ 158 w 183"/>
                  <a:gd name="T11" fmla="*/ 229 h 229"/>
                  <a:gd name="T12" fmla="*/ 183 w 183"/>
                  <a:gd name="T13" fmla="*/ 67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3" h="229">
                    <a:moveTo>
                      <a:pt x="183" y="67"/>
                    </a:moveTo>
                    <a:lnTo>
                      <a:pt x="122" y="57"/>
                    </a:lnTo>
                    <a:lnTo>
                      <a:pt x="129" y="17"/>
                    </a:lnTo>
                    <a:lnTo>
                      <a:pt x="39" y="0"/>
                    </a:lnTo>
                    <a:lnTo>
                      <a:pt x="0" y="201"/>
                    </a:lnTo>
                    <a:lnTo>
                      <a:pt x="158" y="229"/>
                    </a:lnTo>
                    <a:lnTo>
                      <a:pt x="183" y="6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7" name="Freeform 18">
                <a:extLst>
                  <a:ext uri="{FF2B5EF4-FFF2-40B4-BE49-F238E27FC236}">
                    <a16:creationId xmlns:a16="http://schemas.microsoft.com/office/drawing/2014/main" id="{CC7C2295-62A3-E2A0-D07B-02984788C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6191" y="1947822"/>
                <a:ext cx="311551" cy="471899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8" name="Freeform 19">
                <a:extLst>
                  <a:ext uri="{FF2B5EF4-FFF2-40B4-BE49-F238E27FC236}">
                    <a16:creationId xmlns:a16="http://schemas.microsoft.com/office/drawing/2014/main" id="{D42106C4-C38E-C548-0904-4D8FEF41F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4153" y="1653998"/>
                <a:ext cx="387213" cy="327956"/>
              </a:xfrm>
              <a:custGeom>
                <a:avLst/>
                <a:gdLst>
                  <a:gd name="T0" fmla="*/ 269 w 308"/>
                  <a:gd name="T1" fmla="*/ 182 h 261"/>
                  <a:gd name="T2" fmla="*/ 270 w 308"/>
                  <a:gd name="T3" fmla="*/ 175 h 261"/>
                  <a:gd name="T4" fmla="*/ 275 w 308"/>
                  <a:gd name="T5" fmla="*/ 171 h 261"/>
                  <a:gd name="T6" fmla="*/ 276 w 308"/>
                  <a:gd name="T7" fmla="*/ 159 h 261"/>
                  <a:gd name="T8" fmla="*/ 274 w 308"/>
                  <a:gd name="T9" fmla="*/ 154 h 261"/>
                  <a:gd name="T10" fmla="*/ 271 w 308"/>
                  <a:gd name="T11" fmla="*/ 153 h 261"/>
                  <a:gd name="T12" fmla="*/ 270 w 308"/>
                  <a:gd name="T13" fmla="*/ 145 h 261"/>
                  <a:gd name="T14" fmla="*/ 277 w 308"/>
                  <a:gd name="T15" fmla="*/ 137 h 261"/>
                  <a:gd name="T16" fmla="*/ 288 w 308"/>
                  <a:gd name="T17" fmla="*/ 125 h 261"/>
                  <a:gd name="T18" fmla="*/ 291 w 308"/>
                  <a:gd name="T19" fmla="*/ 120 h 261"/>
                  <a:gd name="T20" fmla="*/ 297 w 308"/>
                  <a:gd name="T21" fmla="*/ 111 h 261"/>
                  <a:gd name="T22" fmla="*/ 304 w 308"/>
                  <a:gd name="T23" fmla="*/ 104 h 261"/>
                  <a:gd name="T24" fmla="*/ 308 w 308"/>
                  <a:gd name="T25" fmla="*/ 98 h 261"/>
                  <a:gd name="T26" fmla="*/ 307 w 308"/>
                  <a:gd name="T27" fmla="*/ 90 h 261"/>
                  <a:gd name="T28" fmla="*/ 300 w 308"/>
                  <a:gd name="T29" fmla="*/ 83 h 261"/>
                  <a:gd name="T30" fmla="*/ 297 w 308"/>
                  <a:gd name="T31" fmla="*/ 74 h 261"/>
                  <a:gd name="T32" fmla="*/ 220 w 308"/>
                  <a:gd name="T33" fmla="*/ 56 h 261"/>
                  <a:gd name="T34" fmla="*/ 211 w 308"/>
                  <a:gd name="T35" fmla="*/ 56 h 261"/>
                  <a:gd name="T36" fmla="*/ 178 w 308"/>
                  <a:gd name="T37" fmla="*/ 58 h 261"/>
                  <a:gd name="T38" fmla="*/ 172 w 308"/>
                  <a:gd name="T39" fmla="*/ 57 h 261"/>
                  <a:gd name="T40" fmla="*/ 167 w 308"/>
                  <a:gd name="T41" fmla="*/ 58 h 261"/>
                  <a:gd name="T42" fmla="*/ 164 w 308"/>
                  <a:gd name="T43" fmla="*/ 56 h 261"/>
                  <a:gd name="T44" fmla="*/ 156 w 308"/>
                  <a:gd name="T45" fmla="*/ 55 h 261"/>
                  <a:gd name="T46" fmla="*/ 155 w 308"/>
                  <a:gd name="T47" fmla="*/ 52 h 261"/>
                  <a:gd name="T48" fmla="*/ 143 w 308"/>
                  <a:gd name="T49" fmla="*/ 49 h 261"/>
                  <a:gd name="T50" fmla="*/ 136 w 308"/>
                  <a:gd name="T51" fmla="*/ 46 h 261"/>
                  <a:gd name="T52" fmla="*/ 121 w 308"/>
                  <a:gd name="T53" fmla="*/ 49 h 261"/>
                  <a:gd name="T54" fmla="*/ 103 w 308"/>
                  <a:gd name="T55" fmla="*/ 40 h 261"/>
                  <a:gd name="T56" fmla="*/ 99 w 308"/>
                  <a:gd name="T57" fmla="*/ 12 h 261"/>
                  <a:gd name="T58" fmla="*/ 90 w 308"/>
                  <a:gd name="T59" fmla="*/ 10 h 261"/>
                  <a:gd name="T60" fmla="*/ 80 w 308"/>
                  <a:gd name="T61" fmla="*/ 4 h 261"/>
                  <a:gd name="T62" fmla="*/ 70 w 308"/>
                  <a:gd name="T63" fmla="*/ 0 h 261"/>
                  <a:gd name="T64" fmla="*/ 68 w 308"/>
                  <a:gd name="T65" fmla="*/ 13 h 261"/>
                  <a:gd name="T66" fmla="*/ 64 w 308"/>
                  <a:gd name="T67" fmla="*/ 28 h 261"/>
                  <a:gd name="T68" fmla="*/ 60 w 308"/>
                  <a:gd name="T69" fmla="*/ 38 h 261"/>
                  <a:gd name="T70" fmla="*/ 55 w 308"/>
                  <a:gd name="T71" fmla="*/ 50 h 261"/>
                  <a:gd name="T72" fmla="*/ 47 w 308"/>
                  <a:gd name="T73" fmla="*/ 67 h 261"/>
                  <a:gd name="T74" fmla="*/ 35 w 308"/>
                  <a:gd name="T75" fmla="*/ 98 h 261"/>
                  <a:gd name="T76" fmla="*/ 24 w 308"/>
                  <a:gd name="T77" fmla="*/ 120 h 261"/>
                  <a:gd name="T78" fmla="*/ 18 w 308"/>
                  <a:gd name="T79" fmla="*/ 130 h 261"/>
                  <a:gd name="T80" fmla="*/ 14 w 308"/>
                  <a:gd name="T81" fmla="*/ 136 h 261"/>
                  <a:gd name="T82" fmla="*/ 5 w 308"/>
                  <a:gd name="T83" fmla="*/ 148 h 261"/>
                  <a:gd name="T84" fmla="*/ 5 w 308"/>
                  <a:gd name="T85" fmla="*/ 160 h 261"/>
                  <a:gd name="T86" fmla="*/ 5 w 308"/>
                  <a:gd name="T87" fmla="*/ 164 h 261"/>
                  <a:gd name="T88" fmla="*/ 3 w 308"/>
                  <a:gd name="T89" fmla="*/ 169 h 261"/>
                  <a:gd name="T90" fmla="*/ 1 w 308"/>
                  <a:gd name="T91" fmla="*/ 174 h 261"/>
                  <a:gd name="T92" fmla="*/ 0 w 308"/>
                  <a:gd name="T93" fmla="*/ 187 h 261"/>
                  <a:gd name="T94" fmla="*/ 3 w 308"/>
                  <a:gd name="T95" fmla="*/ 193 h 261"/>
                  <a:gd name="T96" fmla="*/ 239 w 308"/>
                  <a:gd name="T97" fmla="*/ 258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8" h="261">
                    <a:moveTo>
                      <a:pt x="251" y="261"/>
                    </a:moveTo>
                    <a:cubicBezTo>
                      <a:pt x="269" y="182"/>
                      <a:pt x="269" y="182"/>
                      <a:pt x="269" y="182"/>
                    </a:cubicBezTo>
                    <a:cubicBezTo>
                      <a:pt x="269" y="177"/>
                      <a:pt x="269" y="177"/>
                      <a:pt x="269" y="177"/>
                    </a:cubicBezTo>
                    <a:cubicBezTo>
                      <a:pt x="270" y="175"/>
                      <a:pt x="270" y="175"/>
                      <a:pt x="270" y="175"/>
                    </a:cubicBezTo>
                    <a:cubicBezTo>
                      <a:pt x="275" y="173"/>
                      <a:pt x="275" y="173"/>
                      <a:pt x="275" y="173"/>
                    </a:cubicBezTo>
                    <a:cubicBezTo>
                      <a:pt x="275" y="171"/>
                      <a:pt x="275" y="171"/>
                      <a:pt x="275" y="171"/>
                    </a:cubicBezTo>
                    <a:cubicBezTo>
                      <a:pt x="276" y="167"/>
                      <a:pt x="276" y="167"/>
                      <a:pt x="276" y="167"/>
                    </a:cubicBezTo>
                    <a:cubicBezTo>
                      <a:pt x="276" y="159"/>
                      <a:pt x="276" y="159"/>
                      <a:pt x="276" y="159"/>
                    </a:cubicBezTo>
                    <a:cubicBezTo>
                      <a:pt x="277" y="157"/>
                      <a:pt x="277" y="157"/>
                      <a:pt x="277" y="157"/>
                    </a:cubicBezTo>
                    <a:cubicBezTo>
                      <a:pt x="274" y="154"/>
                      <a:pt x="274" y="154"/>
                      <a:pt x="274" y="154"/>
                    </a:cubicBezTo>
                    <a:cubicBezTo>
                      <a:pt x="273" y="154"/>
                      <a:pt x="273" y="154"/>
                      <a:pt x="273" y="154"/>
                    </a:cubicBezTo>
                    <a:cubicBezTo>
                      <a:pt x="271" y="153"/>
                      <a:pt x="271" y="153"/>
                      <a:pt x="271" y="153"/>
                    </a:cubicBezTo>
                    <a:cubicBezTo>
                      <a:pt x="269" y="150"/>
                      <a:pt x="269" y="150"/>
                      <a:pt x="269" y="150"/>
                    </a:cubicBezTo>
                    <a:cubicBezTo>
                      <a:pt x="270" y="145"/>
                      <a:pt x="270" y="145"/>
                      <a:pt x="270" y="145"/>
                    </a:cubicBezTo>
                    <a:cubicBezTo>
                      <a:pt x="271" y="142"/>
                      <a:pt x="271" y="142"/>
                      <a:pt x="271" y="142"/>
                    </a:cubicBezTo>
                    <a:cubicBezTo>
                      <a:pt x="277" y="137"/>
                      <a:pt x="277" y="137"/>
                      <a:pt x="277" y="137"/>
                    </a:cubicBezTo>
                    <a:cubicBezTo>
                      <a:pt x="285" y="129"/>
                      <a:pt x="285" y="129"/>
                      <a:pt x="285" y="129"/>
                    </a:cubicBezTo>
                    <a:cubicBezTo>
                      <a:pt x="288" y="125"/>
                      <a:pt x="288" y="125"/>
                      <a:pt x="288" y="125"/>
                    </a:cubicBezTo>
                    <a:cubicBezTo>
                      <a:pt x="289" y="121"/>
                      <a:pt x="289" y="121"/>
                      <a:pt x="289" y="121"/>
                    </a:cubicBezTo>
                    <a:cubicBezTo>
                      <a:pt x="291" y="120"/>
                      <a:pt x="291" y="120"/>
                      <a:pt x="291" y="120"/>
                    </a:cubicBezTo>
                    <a:cubicBezTo>
                      <a:pt x="293" y="115"/>
                      <a:pt x="293" y="115"/>
                      <a:pt x="293" y="115"/>
                    </a:cubicBezTo>
                    <a:cubicBezTo>
                      <a:pt x="297" y="111"/>
                      <a:pt x="297" y="111"/>
                      <a:pt x="297" y="111"/>
                    </a:cubicBez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4" y="104"/>
                      <a:pt x="304" y="104"/>
                      <a:pt x="304" y="104"/>
                    </a:cubicBezTo>
                    <a:cubicBezTo>
                      <a:pt x="305" y="99"/>
                      <a:pt x="305" y="99"/>
                      <a:pt x="305" y="99"/>
                    </a:cubicBezTo>
                    <a:cubicBezTo>
                      <a:pt x="308" y="98"/>
                      <a:pt x="308" y="98"/>
                      <a:pt x="308" y="98"/>
                    </a:cubicBezTo>
                    <a:cubicBezTo>
                      <a:pt x="308" y="94"/>
                      <a:pt x="308" y="94"/>
                      <a:pt x="308" y="94"/>
                    </a:cubicBezTo>
                    <a:cubicBezTo>
                      <a:pt x="307" y="90"/>
                      <a:pt x="307" y="90"/>
                      <a:pt x="307" y="90"/>
                    </a:cubicBezTo>
                    <a:cubicBezTo>
                      <a:pt x="305" y="87"/>
                      <a:pt x="305" y="87"/>
                      <a:pt x="305" y="87"/>
                    </a:cubicBezTo>
                    <a:cubicBezTo>
                      <a:pt x="300" y="83"/>
                      <a:pt x="300" y="83"/>
                      <a:pt x="300" y="83"/>
                    </a:cubicBezTo>
                    <a:cubicBezTo>
                      <a:pt x="297" y="78"/>
                      <a:pt x="297" y="78"/>
                      <a:pt x="297" y="78"/>
                    </a:cubicBezTo>
                    <a:cubicBezTo>
                      <a:pt x="297" y="74"/>
                      <a:pt x="297" y="74"/>
                      <a:pt x="297" y="74"/>
                    </a:cubicBezTo>
                    <a:cubicBezTo>
                      <a:pt x="231" y="57"/>
                      <a:pt x="231" y="57"/>
                      <a:pt x="231" y="57"/>
                    </a:cubicBezTo>
                    <a:cubicBezTo>
                      <a:pt x="220" y="56"/>
                      <a:pt x="220" y="56"/>
                      <a:pt x="220" y="56"/>
                    </a:cubicBezTo>
                    <a:cubicBezTo>
                      <a:pt x="216" y="57"/>
                      <a:pt x="216" y="57"/>
                      <a:pt x="216" y="57"/>
                    </a:cubicBezTo>
                    <a:cubicBezTo>
                      <a:pt x="211" y="56"/>
                      <a:pt x="211" y="56"/>
                      <a:pt x="211" y="56"/>
                    </a:cubicBezTo>
                    <a:cubicBezTo>
                      <a:pt x="207" y="57"/>
                      <a:pt x="207" y="57"/>
                      <a:pt x="207" y="57"/>
                    </a:cubicBezTo>
                    <a:cubicBezTo>
                      <a:pt x="178" y="58"/>
                      <a:pt x="178" y="58"/>
                      <a:pt x="178" y="58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7"/>
                      <a:pt x="172" y="57"/>
                      <a:pt x="172" y="57"/>
                    </a:cubicBezTo>
                    <a:cubicBezTo>
                      <a:pt x="169" y="58"/>
                      <a:pt x="169" y="58"/>
                      <a:pt x="169" y="58"/>
                    </a:cubicBezTo>
                    <a:cubicBezTo>
                      <a:pt x="167" y="58"/>
                      <a:pt x="167" y="58"/>
                      <a:pt x="167" y="58"/>
                    </a:cubicBezTo>
                    <a:cubicBezTo>
                      <a:pt x="164" y="57"/>
                      <a:pt x="164" y="57"/>
                      <a:pt x="164" y="57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6" y="55"/>
                      <a:pt x="156" y="55"/>
                      <a:pt x="156" y="55"/>
                    </a:cubicBezTo>
                    <a:cubicBezTo>
                      <a:pt x="155" y="53"/>
                      <a:pt x="155" y="53"/>
                      <a:pt x="155" y="53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151" y="51"/>
                      <a:pt x="151" y="51"/>
                      <a:pt x="151" y="51"/>
                    </a:cubicBezTo>
                    <a:cubicBezTo>
                      <a:pt x="143" y="49"/>
                      <a:pt x="143" y="49"/>
                      <a:pt x="143" y="49"/>
                    </a:cubicBezTo>
                    <a:cubicBezTo>
                      <a:pt x="138" y="47"/>
                      <a:pt x="138" y="47"/>
                      <a:pt x="138" y="47"/>
                    </a:cubicBezTo>
                    <a:cubicBezTo>
                      <a:pt x="136" y="46"/>
                      <a:pt x="136" y="46"/>
                      <a:pt x="136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03" y="40"/>
                      <a:pt x="103" y="40"/>
                      <a:pt x="103" y="40"/>
                    </a:cubicBezTo>
                    <a:cubicBezTo>
                      <a:pt x="103" y="40"/>
                      <a:pt x="106" y="33"/>
                      <a:pt x="105" y="24"/>
                    </a:cubicBezTo>
                    <a:cubicBezTo>
                      <a:pt x="104" y="14"/>
                      <a:pt x="99" y="12"/>
                      <a:pt x="99" y="12"/>
                    </a:cubicBezTo>
                    <a:cubicBezTo>
                      <a:pt x="94" y="12"/>
                      <a:pt x="94" y="12"/>
                      <a:pt x="94" y="12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90" y="10"/>
                      <a:pt x="90" y="4"/>
                      <a:pt x="85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74" y="3"/>
                      <a:pt x="74" y="3"/>
                      <a:pt x="74" y="3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7"/>
                      <a:pt x="70" y="7"/>
                      <a:pt x="70" y="7"/>
                    </a:cubicBezTo>
                    <a:cubicBezTo>
                      <a:pt x="68" y="13"/>
                      <a:pt x="68" y="13"/>
                      <a:pt x="68" y="13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0" y="38"/>
                      <a:pt x="60" y="38"/>
                      <a:pt x="60" y="38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3" y="55"/>
                      <a:pt x="53" y="55"/>
                      <a:pt x="53" y="55"/>
                    </a:cubicBezTo>
                    <a:cubicBezTo>
                      <a:pt x="47" y="67"/>
                      <a:pt x="47" y="67"/>
                      <a:pt x="47" y="67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30" y="111"/>
                      <a:pt x="30" y="111"/>
                      <a:pt x="30" y="111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2" y="124"/>
                      <a:pt x="22" y="124"/>
                      <a:pt x="22" y="124"/>
                    </a:cubicBezTo>
                    <a:cubicBezTo>
                      <a:pt x="18" y="130"/>
                      <a:pt x="18" y="130"/>
                      <a:pt x="18" y="130"/>
                    </a:cubicBezTo>
                    <a:cubicBezTo>
                      <a:pt x="15" y="133"/>
                      <a:pt x="15" y="133"/>
                      <a:pt x="15" y="133"/>
                    </a:cubicBezTo>
                    <a:cubicBezTo>
                      <a:pt x="14" y="136"/>
                      <a:pt x="14" y="136"/>
                      <a:pt x="14" y="136"/>
                    </a:cubicBezTo>
                    <a:cubicBezTo>
                      <a:pt x="11" y="141"/>
                      <a:pt x="11" y="141"/>
                      <a:pt x="11" y="141"/>
                    </a:cubicBezTo>
                    <a:cubicBezTo>
                      <a:pt x="5" y="148"/>
                      <a:pt x="5" y="148"/>
                      <a:pt x="5" y="148"/>
                    </a:cubicBezTo>
                    <a:cubicBezTo>
                      <a:pt x="3" y="152"/>
                      <a:pt x="3" y="152"/>
                      <a:pt x="3" y="152"/>
                    </a:cubicBezTo>
                    <a:cubicBezTo>
                      <a:pt x="5" y="160"/>
                      <a:pt x="5" y="160"/>
                      <a:pt x="5" y="160"/>
                    </a:cubicBezTo>
                    <a:cubicBezTo>
                      <a:pt x="5" y="162"/>
                      <a:pt x="5" y="162"/>
                      <a:pt x="5" y="162"/>
                    </a:cubicBezTo>
                    <a:cubicBezTo>
                      <a:pt x="5" y="164"/>
                      <a:pt x="5" y="164"/>
                      <a:pt x="5" y="164"/>
                    </a:cubicBezTo>
                    <a:cubicBezTo>
                      <a:pt x="4" y="165"/>
                      <a:pt x="4" y="165"/>
                      <a:pt x="4" y="165"/>
                    </a:cubicBezTo>
                    <a:cubicBezTo>
                      <a:pt x="3" y="169"/>
                      <a:pt x="3" y="169"/>
                      <a:pt x="3" y="169"/>
                    </a:cubicBezTo>
                    <a:cubicBezTo>
                      <a:pt x="1" y="170"/>
                      <a:pt x="1" y="170"/>
                      <a:pt x="1" y="170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2" y="190"/>
                      <a:pt x="2" y="190"/>
                      <a:pt x="2" y="190"/>
                    </a:cubicBezTo>
                    <a:cubicBezTo>
                      <a:pt x="3" y="193"/>
                      <a:pt x="3" y="193"/>
                      <a:pt x="3" y="193"/>
                    </a:cubicBezTo>
                    <a:cubicBezTo>
                      <a:pt x="147" y="234"/>
                      <a:pt x="147" y="234"/>
                      <a:pt x="147" y="234"/>
                    </a:cubicBezTo>
                    <a:cubicBezTo>
                      <a:pt x="147" y="234"/>
                      <a:pt x="216" y="253"/>
                      <a:pt x="239" y="258"/>
                    </a:cubicBezTo>
                    <a:cubicBezTo>
                      <a:pt x="242" y="259"/>
                      <a:pt x="246" y="260"/>
                      <a:pt x="251" y="2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9" name="Freeform 20">
                <a:extLst>
                  <a:ext uri="{FF2B5EF4-FFF2-40B4-BE49-F238E27FC236}">
                    <a16:creationId xmlns:a16="http://schemas.microsoft.com/office/drawing/2014/main" id="{AEEC6124-B5AE-017F-74FF-66D153C2A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0154" y="1566443"/>
                <a:ext cx="286330" cy="468932"/>
              </a:xfrm>
              <a:custGeom>
                <a:avLst/>
                <a:gdLst>
                  <a:gd name="T0" fmla="*/ 46 w 228"/>
                  <a:gd name="T1" fmla="*/ 143 h 373"/>
                  <a:gd name="T2" fmla="*/ 49 w 228"/>
                  <a:gd name="T3" fmla="*/ 152 h 373"/>
                  <a:gd name="T4" fmla="*/ 56 w 228"/>
                  <a:gd name="T5" fmla="*/ 159 h 373"/>
                  <a:gd name="T6" fmla="*/ 57 w 228"/>
                  <a:gd name="T7" fmla="*/ 167 h 373"/>
                  <a:gd name="T8" fmla="*/ 53 w 228"/>
                  <a:gd name="T9" fmla="*/ 173 h 373"/>
                  <a:gd name="T10" fmla="*/ 46 w 228"/>
                  <a:gd name="T11" fmla="*/ 180 h 373"/>
                  <a:gd name="T12" fmla="*/ 40 w 228"/>
                  <a:gd name="T13" fmla="*/ 189 h 373"/>
                  <a:gd name="T14" fmla="*/ 37 w 228"/>
                  <a:gd name="T15" fmla="*/ 194 h 373"/>
                  <a:gd name="T16" fmla="*/ 26 w 228"/>
                  <a:gd name="T17" fmla="*/ 206 h 373"/>
                  <a:gd name="T18" fmla="*/ 19 w 228"/>
                  <a:gd name="T19" fmla="*/ 214 h 373"/>
                  <a:gd name="T20" fmla="*/ 20 w 228"/>
                  <a:gd name="T21" fmla="*/ 222 h 373"/>
                  <a:gd name="T22" fmla="*/ 23 w 228"/>
                  <a:gd name="T23" fmla="*/ 223 h 373"/>
                  <a:gd name="T24" fmla="*/ 25 w 228"/>
                  <a:gd name="T25" fmla="*/ 228 h 373"/>
                  <a:gd name="T26" fmla="*/ 24 w 228"/>
                  <a:gd name="T27" fmla="*/ 240 h 373"/>
                  <a:gd name="T28" fmla="*/ 19 w 228"/>
                  <a:gd name="T29" fmla="*/ 244 h 373"/>
                  <a:gd name="T30" fmla="*/ 18 w 228"/>
                  <a:gd name="T31" fmla="*/ 251 h 373"/>
                  <a:gd name="T32" fmla="*/ 102 w 228"/>
                  <a:gd name="T33" fmla="*/ 352 h 373"/>
                  <a:gd name="T34" fmla="*/ 228 w 228"/>
                  <a:gd name="T35" fmla="*/ 256 h 373"/>
                  <a:gd name="T36" fmla="*/ 224 w 228"/>
                  <a:gd name="T37" fmla="*/ 252 h 373"/>
                  <a:gd name="T38" fmla="*/ 223 w 228"/>
                  <a:gd name="T39" fmla="*/ 247 h 373"/>
                  <a:gd name="T40" fmla="*/ 218 w 228"/>
                  <a:gd name="T41" fmla="*/ 241 h 373"/>
                  <a:gd name="T42" fmla="*/ 213 w 228"/>
                  <a:gd name="T43" fmla="*/ 246 h 373"/>
                  <a:gd name="T44" fmla="*/ 202 w 228"/>
                  <a:gd name="T45" fmla="*/ 248 h 373"/>
                  <a:gd name="T46" fmla="*/ 189 w 228"/>
                  <a:gd name="T47" fmla="*/ 245 h 373"/>
                  <a:gd name="T48" fmla="*/ 184 w 228"/>
                  <a:gd name="T49" fmla="*/ 247 h 373"/>
                  <a:gd name="T50" fmla="*/ 179 w 228"/>
                  <a:gd name="T51" fmla="*/ 247 h 373"/>
                  <a:gd name="T52" fmla="*/ 171 w 228"/>
                  <a:gd name="T53" fmla="*/ 244 h 373"/>
                  <a:gd name="T54" fmla="*/ 168 w 228"/>
                  <a:gd name="T55" fmla="*/ 247 h 373"/>
                  <a:gd name="T56" fmla="*/ 164 w 228"/>
                  <a:gd name="T57" fmla="*/ 249 h 373"/>
                  <a:gd name="T58" fmla="*/ 162 w 228"/>
                  <a:gd name="T59" fmla="*/ 242 h 373"/>
                  <a:gd name="T60" fmla="*/ 160 w 228"/>
                  <a:gd name="T61" fmla="*/ 232 h 373"/>
                  <a:gd name="T62" fmla="*/ 156 w 228"/>
                  <a:gd name="T63" fmla="*/ 226 h 373"/>
                  <a:gd name="T64" fmla="*/ 149 w 228"/>
                  <a:gd name="T65" fmla="*/ 220 h 373"/>
                  <a:gd name="T66" fmla="*/ 149 w 228"/>
                  <a:gd name="T67" fmla="*/ 213 h 373"/>
                  <a:gd name="T68" fmla="*/ 145 w 228"/>
                  <a:gd name="T69" fmla="*/ 204 h 373"/>
                  <a:gd name="T70" fmla="*/ 145 w 228"/>
                  <a:gd name="T71" fmla="*/ 195 h 373"/>
                  <a:gd name="T72" fmla="*/ 142 w 228"/>
                  <a:gd name="T73" fmla="*/ 183 h 373"/>
                  <a:gd name="T74" fmla="*/ 139 w 228"/>
                  <a:gd name="T75" fmla="*/ 179 h 373"/>
                  <a:gd name="T76" fmla="*/ 133 w 228"/>
                  <a:gd name="T77" fmla="*/ 182 h 373"/>
                  <a:gd name="T78" fmla="*/ 127 w 228"/>
                  <a:gd name="T79" fmla="*/ 186 h 373"/>
                  <a:gd name="T80" fmla="*/ 125 w 228"/>
                  <a:gd name="T81" fmla="*/ 183 h 373"/>
                  <a:gd name="T82" fmla="*/ 119 w 228"/>
                  <a:gd name="T83" fmla="*/ 179 h 373"/>
                  <a:gd name="T84" fmla="*/ 125 w 228"/>
                  <a:gd name="T85" fmla="*/ 168 h 373"/>
                  <a:gd name="T86" fmla="*/ 129 w 228"/>
                  <a:gd name="T87" fmla="*/ 166 h 373"/>
                  <a:gd name="T88" fmla="*/ 128 w 228"/>
                  <a:gd name="T89" fmla="*/ 154 h 373"/>
                  <a:gd name="T90" fmla="*/ 134 w 228"/>
                  <a:gd name="T91" fmla="*/ 141 h 373"/>
                  <a:gd name="T92" fmla="*/ 137 w 228"/>
                  <a:gd name="T93" fmla="*/ 131 h 373"/>
                  <a:gd name="T94" fmla="*/ 128 w 228"/>
                  <a:gd name="T95" fmla="*/ 128 h 373"/>
                  <a:gd name="T96" fmla="*/ 123 w 228"/>
                  <a:gd name="T97" fmla="*/ 118 h 373"/>
                  <a:gd name="T98" fmla="*/ 119 w 228"/>
                  <a:gd name="T99" fmla="*/ 106 h 373"/>
                  <a:gd name="T100" fmla="*/ 109 w 228"/>
                  <a:gd name="T101" fmla="*/ 93 h 373"/>
                  <a:gd name="T102" fmla="*/ 104 w 228"/>
                  <a:gd name="T103" fmla="*/ 82 h 373"/>
                  <a:gd name="T104" fmla="*/ 101 w 228"/>
                  <a:gd name="T105" fmla="*/ 76 h 373"/>
                  <a:gd name="T106" fmla="*/ 101 w 228"/>
                  <a:gd name="T107" fmla="*/ 69 h 373"/>
                  <a:gd name="T108" fmla="*/ 97 w 228"/>
                  <a:gd name="T109" fmla="*/ 62 h 373"/>
                  <a:gd name="T110" fmla="*/ 98 w 228"/>
                  <a:gd name="T111" fmla="*/ 48 h 373"/>
                  <a:gd name="T112" fmla="*/ 104 w 228"/>
                  <a:gd name="T113" fmla="*/ 25 h 373"/>
                  <a:gd name="T114" fmla="*/ 108 w 228"/>
                  <a:gd name="T115" fmla="*/ 8 h 373"/>
                  <a:gd name="T116" fmla="*/ 47 w 228"/>
                  <a:gd name="T117" fmla="*/ 12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" h="373">
                    <a:moveTo>
                      <a:pt x="48" y="132"/>
                    </a:moveTo>
                    <a:cubicBezTo>
                      <a:pt x="48" y="138"/>
                      <a:pt x="46" y="143"/>
                      <a:pt x="46" y="143"/>
                    </a:cubicBezTo>
                    <a:cubicBezTo>
                      <a:pt x="46" y="147"/>
                      <a:pt x="46" y="147"/>
                      <a:pt x="46" y="147"/>
                    </a:cubicBezTo>
                    <a:cubicBezTo>
                      <a:pt x="49" y="152"/>
                      <a:pt x="49" y="152"/>
                      <a:pt x="49" y="152"/>
                    </a:cubicBezTo>
                    <a:cubicBezTo>
                      <a:pt x="54" y="156"/>
                      <a:pt x="54" y="156"/>
                      <a:pt x="54" y="156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57" y="163"/>
                      <a:pt x="57" y="163"/>
                      <a:pt x="57" y="163"/>
                    </a:cubicBezTo>
                    <a:cubicBezTo>
                      <a:pt x="57" y="167"/>
                      <a:pt x="57" y="167"/>
                      <a:pt x="57" y="167"/>
                    </a:cubicBezTo>
                    <a:cubicBezTo>
                      <a:pt x="54" y="168"/>
                      <a:pt x="54" y="168"/>
                      <a:pt x="54" y="168"/>
                    </a:cubicBezTo>
                    <a:cubicBezTo>
                      <a:pt x="53" y="173"/>
                      <a:pt x="53" y="173"/>
                      <a:pt x="53" y="173"/>
                    </a:cubicBezTo>
                    <a:cubicBezTo>
                      <a:pt x="49" y="176"/>
                      <a:pt x="49" y="176"/>
                      <a:pt x="49" y="176"/>
                    </a:cubicBezTo>
                    <a:cubicBezTo>
                      <a:pt x="46" y="180"/>
                      <a:pt x="46" y="180"/>
                      <a:pt x="46" y="180"/>
                    </a:cubicBezTo>
                    <a:cubicBezTo>
                      <a:pt x="42" y="184"/>
                      <a:pt x="42" y="184"/>
                      <a:pt x="42" y="184"/>
                    </a:cubicBezTo>
                    <a:cubicBezTo>
                      <a:pt x="40" y="189"/>
                      <a:pt x="40" y="189"/>
                      <a:pt x="40" y="189"/>
                    </a:cubicBezTo>
                    <a:cubicBezTo>
                      <a:pt x="38" y="190"/>
                      <a:pt x="38" y="190"/>
                      <a:pt x="38" y="190"/>
                    </a:cubicBezTo>
                    <a:cubicBezTo>
                      <a:pt x="37" y="194"/>
                      <a:pt x="37" y="194"/>
                      <a:pt x="37" y="194"/>
                    </a:cubicBezTo>
                    <a:cubicBezTo>
                      <a:pt x="34" y="198"/>
                      <a:pt x="34" y="198"/>
                      <a:pt x="34" y="198"/>
                    </a:cubicBezTo>
                    <a:cubicBezTo>
                      <a:pt x="26" y="206"/>
                      <a:pt x="26" y="206"/>
                      <a:pt x="26" y="206"/>
                    </a:cubicBezTo>
                    <a:cubicBezTo>
                      <a:pt x="20" y="211"/>
                      <a:pt x="20" y="211"/>
                      <a:pt x="20" y="211"/>
                    </a:cubicBezTo>
                    <a:cubicBezTo>
                      <a:pt x="19" y="214"/>
                      <a:pt x="19" y="214"/>
                      <a:pt x="19" y="214"/>
                    </a:cubicBezTo>
                    <a:cubicBezTo>
                      <a:pt x="18" y="219"/>
                      <a:pt x="18" y="219"/>
                      <a:pt x="18" y="219"/>
                    </a:cubicBezTo>
                    <a:cubicBezTo>
                      <a:pt x="20" y="222"/>
                      <a:pt x="20" y="222"/>
                      <a:pt x="20" y="222"/>
                    </a:cubicBezTo>
                    <a:cubicBezTo>
                      <a:pt x="22" y="223"/>
                      <a:pt x="22" y="223"/>
                      <a:pt x="22" y="223"/>
                    </a:cubicBezTo>
                    <a:cubicBezTo>
                      <a:pt x="23" y="223"/>
                      <a:pt x="23" y="223"/>
                      <a:pt x="23" y="223"/>
                    </a:cubicBezTo>
                    <a:cubicBezTo>
                      <a:pt x="26" y="226"/>
                      <a:pt x="26" y="226"/>
                      <a:pt x="26" y="226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36"/>
                      <a:pt x="25" y="236"/>
                      <a:pt x="25" y="236"/>
                    </a:cubicBezTo>
                    <a:cubicBezTo>
                      <a:pt x="24" y="240"/>
                      <a:pt x="24" y="240"/>
                      <a:pt x="24" y="240"/>
                    </a:cubicBezTo>
                    <a:cubicBezTo>
                      <a:pt x="24" y="242"/>
                      <a:pt x="24" y="242"/>
                      <a:pt x="24" y="242"/>
                    </a:cubicBezTo>
                    <a:cubicBezTo>
                      <a:pt x="19" y="244"/>
                      <a:pt x="19" y="244"/>
                      <a:pt x="19" y="244"/>
                    </a:cubicBezTo>
                    <a:cubicBezTo>
                      <a:pt x="18" y="246"/>
                      <a:pt x="18" y="246"/>
                      <a:pt x="18" y="246"/>
                    </a:cubicBezTo>
                    <a:cubicBezTo>
                      <a:pt x="18" y="251"/>
                      <a:pt x="18" y="251"/>
                      <a:pt x="18" y="251"/>
                    </a:cubicBezTo>
                    <a:cubicBezTo>
                      <a:pt x="0" y="330"/>
                      <a:pt x="0" y="330"/>
                      <a:pt x="0" y="330"/>
                    </a:cubicBezTo>
                    <a:cubicBezTo>
                      <a:pt x="35" y="338"/>
                      <a:pt x="102" y="352"/>
                      <a:pt x="102" y="352"/>
                    </a:cubicBezTo>
                    <a:cubicBezTo>
                      <a:pt x="208" y="373"/>
                      <a:pt x="208" y="373"/>
                      <a:pt x="208" y="373"/>
                    </a:cubicBezTo>
                    <a:cubicBezTo>
                      <a:pt x="228" y="256"/>
                      <a:pt x="228" y="256"/>
                      <a:pt x="228" y="256"/>
                    </a:cubicBezTo>
                    <a:cubicBezTo>
                      <a:pt x="226" y="254"/>
                      <a:pt x="226" y="254"/>
                      <a:pt x="226" y="254"/>
                    </a:cubicBezTo>
                    <a:cubicBezTo>
                      <a:pt x="224" y="252"/>
                      <a:pt x="224" y="252"/>
                      <a:pt x="224" y="252"/>
                    </a:cubicBezTo>
                    <a:cubicBezTo>
                      <a:pt x="224" y="251"/>
                      <a:pt x="224" y="251"/>
                      <a:pt x="224" y="251"/>
                    </a:cubicBezTo>
                    <a:cubicBezTo>
                      <a:pt x="223" y="247"/>
                      <a:pt x="223" y="247"/>
                      <a:pt x="223" y="247"/>
                    </a:cubicBezTo>
                    <a:cubicBezTo>
                      <a:pt x="221" y="244"/>
                      <a:pt x="221" y="244"/>
                      <a:pt x="221" y="244"/>
                    </a:cubicBezTo>
                    <a:cubicBezTo>
                      <a:pt x="218" y="241"/>
                      <a:pt x="218" y="241"/>
                      <a:pt x="218" y="241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3" y="246"/>
                      <a:pt x="213" y="246"/>
                      <a:pt x="213" y="246"/>
                    </a:cubicBezTo>
                    <a:cubicBezTo>
                      <a:pt x="212" y="249"/>
                      <a:pt x="212" y="249"/>
                      <a:pt x="212" y="249"/>
                    </a:cubicBezTo>
                    <a:cubicBezTo>
                      <a:pt x="202" y="248"/>
                      <a:pt x="202" y="248"/>
                      <a:pt x="202" y="248"/>
                    </a:cubicBezTo>
                    <a:cubicBezTo>
                      <a:pt x="197" y="246"/>
                      <a:pt x="197" y="246"/>
                      <a:pt x="197" y="246"/>
                    </a:cubicBezTo>
                    <a:cubicBezTo>
                      <a:pt x="189" y="245"/>
                      <a:pt x="189" y="245"/>
                      <a:pt x="189" y="245"/>
                    </a:cubicBezTo>
                    <a:cubicBezTo>
                      <a:pt x="185" y="245"/>
                      <a:pt x="185" y="245"/>
                      <a:pt x="185" y="245"/>
                    </a:cubicBezTo>
                    <a:cubicBezTo>
                      <a:pt x="184" y="247"/>
                      <a:pt x="184" y="247"/>
                      <a:pt x="184" y="247"/>
                    </a:cubicBezTo>
                    <a:cubicBezTo>
                      <a:pt x="184" y="249"/>
                      <a:pt x="184" y="249"/>
                      <a:pt x="184" y="249"/>
                    </a:cubicBezTo>
                    <a:cubicBezTo>
                      <a:pt x="179" y="247"/>
                      <a:pt x="179" y="247"/>
                      <a:pt x="179" y="247"/>
                    </a:cubicBezTo>
                    <a:cubicBezTo>
                      <a:pt x="174" y="244"/>
                      <a:pt x="174" y="244"/>
                      <a:pt x="174" y="244"/>
                    </a:cubicBezTo>
                    <a:cubicBezTo>
                      <a:pt x="171" y="244"/>
                      <a:pt x="171" y="244"/>
                      <a:pt x="171" y="244"/>
                    </a:cubicBezTo>
                    <a:cubicBezTo>
                      <a:pt x="169" y="244"/>
                      <a:pt x="169" y="244"/>
                      <a:pt x="169" y="244"/>
                    </a:cubicBezTo>
                    <a:cubicBezTo>
                      <a:pt x="168" y="247"/>
                      <a:pt x="168" y="247"/>
                      <a:pt x="168" y="247"/>
                    </a:cubicBezTo>
                    <a:cubicBezTo>
                      <a:pt x="168" y="249"/>
                      <a:pt x="168" y="249"/>
                      <a:pt x="168" y="249"/>
                    </a:cubicBezTo>
                    <a:cubicBezTo>
                      <a:pt x="164" y="249"/>
                      <a:pt x="164" y="249"/>
                      <a:pt x="164" y="249"/>
                    </a:cubicBezTo>
                    <a:cubicBezTo>
                      <a:pt x="162" y="245"/>
                      <a:pt x="162" y="245"/>
                      <a:pt x="162" y="245"/>
                    </a:cubicBezTo>
                    <a:cubicBezTo>
                      <a:pt x="162" y="242"/>
                      <a:pt x="162" y="242"/>
                      <a:pt x="162" y="242"/>
                    </a:cubicBezTo>
                    <a:cubicBezTo>
                      <a:pt x="162" y="238"/>
                      <a:pt x="162" y="238"/>
                      <a:pt x="162" y="238"/>
                    </a:cubicBezTo>
                    <a:cubicBezTo>
                      <a:pt x="160" y="232"/>
                      <a:pt x="160" y="232"/>
                      <a:pt x="160" y="232"/>
                    </a:cubicBezTo>
                    <a:cubicBezTo>
                      <a:pt x="160" y="226"/>
                      <a:pt x="160" y="226"/>
                      <a:pt x="160" y="226"/>
                    </a:cubicBezTo>
                    <a:cubicBezTo>
                      <a:pt x="156" y="226"/>
                      <a:pt x="156" y="226"/>
                      <a:pt x="156" y="226"/>
                    </a:cubicBezTo>
                    <a:cubicBezTo>
                      <a:pt x="151" y="223"/>
                      <a:pt x="151" y="223"/>
                      <a:pt x="151" y="223"/>
                    </a:cubicBezTo>
                    <a:cubicBezTo>
                      <a:pt x="149" y="220"/>
                      <a:pt x="149" y="220"/>
                      <a:pt x="149" y="220"/>
                    </a:cubicBezTo>
                    <a:cubicBezTo>
                      <a:pt x="149" y="218"/>
                      <a:pt x="149" y="218"/>
                      <a:pt x="149" y="218"/>
                    </a:cubicBezTo>
                    <a:cubicBezTo>
                      <a:pt x="149" y="213"/>
                      <a:pt x="149" y="213"/>
                      <a:pt x="149" y="213"/>
                    </a:cubicBezTo>
                    <a:cubicBezTo>
                      <a:pt x="149" y="208"/>
                      <a:pt x="149" y="208"/>
                      <a:pt x="149" y="208"/>
                    </a:cubicBezTo>
                    <a:cubicBezTo>
                      <a:pt x="145" y="204"/>
                      <a:pt x="145" y="204"/>
                      <a:pt x="145" y="204"/>
                    </a:cubicBezTo>
                    <a:cubicBezTo>
                      <a:pt x="145" y="201"/>
                      <a:pt x="145" y="201"/>
                      <a:pt x="145" y="201"/>
                    </a:cubicBezTo>
                    <a:cubicBezTo>
                      <a:pt x="145" y="195"/>
                      <a:pt x="145" y="195"/>
                      <a:pt x="145" y="195"/>
                    </a:cubicBezTo>
                    <a:cubicBezTo>
                      <a:pt x="144" y="187"/>
                      <a:pt x="144" y="187"/>
                      <a:pt x="144" y="187"/>
                    </a:cubicBezTo>
                    <a:cubicBezTo>
                      <a:pt x="142" y="183"/>
                      <a:pt x="142" y="183"/>
                      <a:pt x="142" y="183"/>
                    </a:cubicBezTo>
                    <a:cubicBezTo>
                      <a:pt x="141" y="179"/>
                      <a:pt x="141" y="179"/>
                      <a:pt x="141" y="179"/>
                    </a:cubicBezTo>
                    <a:cubicBezTo>
                      <a:pt x="139" y="179"/>
                      <a:pt x="139" y="179"/>
                      <a:pt x="139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3" y="182"/>
                      <a:pt x="133" y="182"/>
                      <a:pt x="133" y="182"/>
                    </a:cubicBezTo>
                    <a:cubicBezTo>
                      <a:pt x="130" y="183"/>
                      <a:pt x="130" y="183"/>
                      <a:pt x="130" y="183"/>
                    </a:cubicBezTo>
                    <a:cubicBezTo>
                      <a:pt x="127" y="186"/>
                      <a:pt x="127" y="186"/>
                      <a:pt x="127" y="186"/>
                    </a:cubicBezTo>
                    <a:cubicBezTo>
                      <a:pt x="125" y="186"/>
                      <a:pt x="125" y="186"/>
                      <a:pt x="125" y="186"/>
                    </a:cubicBezTo>
                    <a:cubicBezTo>
                      <a:pt x="125" y="183"/>
                      <a:pt x="125" y="183"/>
                      <a:pt x="125" y="183"/>
                    </a:cubicBezTo>
                    <a:cubicBezTo>
                      <a:pt x="121" y="181"/>
                      <a:pt x="121" y="181"/>
                      <a:pt x="121" y="181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22" y="172"/>
                      <a:pt x="122" y="172"/>
                      <a:pt x="122" y="172"/>
                    </a:cubicBezTo>
                    <a:cubicBezTo>
                      <a:pt x="125" y="168"/>
                      <a:pt x="125" y="168"/>
                      <a:pt x="125" y="168"/>
                    </a:cubicBezTo>
                    <a:cubicBezTo>
                      <a:pt x="128" y="168"/>
                      <a:pt x="128" y="168"/>
                      <a:pt x="128" y="168"/>
                    </a:cubicBezTo>
                    <a:cubicBezTo>
                      <a:pt x="129" y="166"/>
                      <a:pt x="129" y="166"/>
                      <a:pt x="129" y="166"/>
                    </a:cubicBezTo>
                    <a:cubicBezTo>
                      <a:pt x="127" y="160"/>
                      <a:pt x="127" y="160"/>
                      <a:pt x="127" y="160"/>
                    </a:cubicBezTo>
                    <a:cubicBezTo>
                      <a:pt x="128" y="154"/>
                      <a:pt x="128" y="154"/>
                      <a:pt x="128" y="154"/>
                    </a:cubicBezTo>
                    <a:cubicBezTo>
                      <a:pt x="131" y="147"/>
                      <a:pt x="131" y="147"/>
                      <a:pt x="131" y="147"/>
                    </a:cubicBezTo>
                    <a:cubicBezTo>
                      <a:pt x="134" y="141"/>
                      <a:pt x="134" y="141"/>
                      <a:pt x="134" y="141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1"/>
                      <a:pt x="137" y="131"/>
                      <a:pt x="137" y="131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5" y="124"/>
                      <a:pt x="125" y="124"/>
                      <a:pt x="125" y="124"/>
                    </a:cubicBezTo>
                    <a:cubicBezTo>
                      <a:pt x="123" y="118"/>
                      <a:pt x="123" y="118"/>
                      <a:pt x="123" y="118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19" y="106"/>
                      <a:pt x="119" y="106"/>
                      <a:pt x="119" y="106"/>
                    </a:cubicBezTo>
                    <a:cubicBezTo>
                      <a:pt x="114" y="101"/>
                      <a:pt x="114" y="101"/>
                      <a:pt x="114" y="101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08" y="88"/>
                      <a:pt x="108" y="88"/>
                      <a:pt x="108" y="88"/>
                    </a:cubicBezTo>
                    <a:cubicBezTo>
                      <a:pt x="104" y="82"/>
                      <a:pt x="104" y="82"/>
                      <a:pt x="104" y="82"/>
                    </a:cubicBezTo>
                    <a:cubicBezTo>
                      <a:pt x="104" y="79"/>
                      <a:pt x="104" y="79"/>
                      <a:pt x="104" y="79"/>
                    </a:cubicBezTo>
                    <a:cubicBezTo>
                      <a:pt x="101" y="76"/>
                      <a:pt x="101" y="76"/>
                      <a:pt x="101" y="76"/>
                    </a:cubicBezTo>
                    <a:cubicBezTo>
                      <a:pt x="101" y="72"/>
                      <a:pt x="101" y="72"/>
                      <a:pt x="101" y="72"/>
                    </a:cubicBezTo>
                    <a:cubicBezTo>
                      <a:pt x="101" y="69"/>
                      <a:pt x="101" y="69"/>
                      <a:pt x="101" y="69"/>
                    </a:cubicBezTo>
                    <a:cubicBezTo>
                      <a:pt x="99" y="64"/>
                      <a:pt x="99" y="64"/>
                      <a:pt x="99" y="64"/>
                    </a:cubicBezTo>
                    <a:cubicBezTo>
                      <a:pt x="97" y="62"/>
                      <a:pt x="97" y="62"/>
                      <a:pt x="97" y="62"/>
                    </a:cubicBezTo>
                    <a:cubicBezTo>
                      <a:pt x="97" y="59"/>
                      <a:pt x="97" y="59"/>
                      <a:pt x="97" y="59"/>
                    </a:cubicBezTo>
                    <a:cubicBezTo>
                      <a:pt x="98" y="48"/>
                      <a:pt x="98" y="48"/>
                      <a:pt x="98" y="48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04" y="25"/>
                      <a:pt x="104" y="25"/>
                      <a:pt x="104" y="25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52" y="114"/>
                      <a:pt x="47" y="120"/>
                    </a:cubicBezTo>
                    <a:cubicBezTo>
                      <a:pt x="43" y="127"/>
                      <a:pt x="48" y="125"/>
                      <a:pt x="48" y="132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0" name="Freeform 21">
                <a:extLst>
                  <a:ext uri="{FF2B5EF4-FFF2-40B4-BE49-F238E27FC236}">
                    <a16:creationId xmlns:a16="http://schemas.microsoft.com/office/drawing/2014/main" id="{5C49D29C-759A-345F-6693-0DE73A171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1808" y="1576831"/>
                <a:ext cx="491064" cy="317568"/>
              </a:xfrm>
              <a:custGeom>
                <a:avLst/>
                <a:gdLst>
                  <a:gd name="T0" fmla="*/ 184 w 391"/>
                  <a:gd name="T1" fmla="*/ 33 h 252"/>
                  <a:gd name="T2" fmla="*/ 9 w 391"/>
                  <a:gd name="T3" fmla="*/ 10 h 252"/>
                  <a:gd name="T4" fmla="*/ 4 w 391"/>
                  <a:gd name="T5" fmla="*/ 28 h 252"/>
                  <a:gd name="T6" fmla="*/ 0 w 391"/>
                  <a:gd name="T7" fmla="*/ 51 h 252"/>
                  <a:gd name="T8" fmla="*/ 2 w 391"/>
                  <a:gd name="T9" fmla="*/ 56 h 252"/>
                  <a:gd name="T10" fmla="*/ 4 w 391"/>
                  <a:gd name="T11" fmla="*/ 64 h 252"/>
                  <a:gd name="T12" fmla="*/ 7 w 391"/>
                  <a:gd name="T13" fmla="*/ 71 h 252"/>
                  <a:gd name="T14" fmla="*/ 11 w 391"/>
                  <a:gd name="T15" fmla="*/ 80 h 252"/>
                  <a:gd name="T16" fmla="*/ 17 w 391"/>
                  <a:gd name="T17" fmla="*/ 93 h 252"/>
                  <a:gd name="T18" fmla="*/ 25 w 391"/>
                  <a:gd name="T19" fmla="*/ 103 h 252"/>
                  <a:gd name="T20" fmla="*/ 28 w 391"/>
                  <a:gd name="T21" fmla="*/ 116 h 252"/>
                  <a:gd name="T22" fmla="*/ 31 w 391"/>
                  <a:gd name="T23" fmla="*/ 121 h 252"/>
                  <a:gd name="T24" fmla="*/ 40 w 391"/>
                  <a:gd name="T25" fmla="*/ 127 h 252"/>
                  <a:gd name="T26" fmla="*/ 34 w 391"/>
                  <a:gd name="T27" fmla="*/ 139 h 252"/>
                  <a:gd name="T28" fmla="*/ 30 w 391"/>
                  <a:gd name="T29" fmla="*/ 152 h 252"/>
                  <a:gd name="T30" fmla="*/ 31 w 391"/>
                  <a:gd name="T31" fmla="*/ 160 h 252"/>
                  <a:gd name="T32" fmla="*/ 25 w 391"/>
                  <a:gd name="T33" fmla="*/ 164 h 252"/>
                  <a:gd name="T34" fmla="*/ 24 w 391"/>
                  <a:gd name="T35" fmla="*/ 173 h 252"/>
                  <a:gd name="T36" fmla="*/ 28 w 391"/>
                  <a:gd name="T37" fmla="*/ 178 h 252"/>
                  <a:gd name="T38" fmla="*/ 33 w 391"/>
                  <a:gd name="T39" fmla="*/ 175 h 252"/>
                  <a:gd name="T40" fmla="*/ 38 w 391"/>
                  <a:gd name="T41" fmla="*/ 174 h 252"/>
                  <a:gd name="T42" fmla="*/ 44 w 391"/>
                  <a:gd name="T43" fmla="*/ 171 h 252"/>
                  <a:gd name="T44" fmla="*/ 47 w 391"/>
                  <a:gd name="T45" fmla="*/ 179 h 252"/>
                  <a:gd name="T46" fmla="*/ 48 w 391"/>
                  <a:gd name="T47" fmla="*/ 193 h 252"/>
                  <a:gd name="T48" fmla="*/ 52 w 391"/>
                  <a:gd name="T49" fmla="*/ 200 h 252"/>
                  <a:gd name="T50" fmla="*/ 52 w 391"/>
                  <a:gd name="T51" fmla="*/ 210 h 252"/>
                  <a:gd name="T52" fmla="*/ 54 w 391"/>
                  <a:gd name="T53" fmla="*/ 215 h 252"/>
                  <a:gd name="T54" fmla="*/ 63 w 391"/>
                  <a:gd name="T55" fmla="*/ 218 h 252"/>
                  <a:gd name="T56" fmla="*/ 65 w 391"/>
                  <a:gd name="T57" fmla="*/ 230 h 252"/>
                  <a:gd name="T58" fmla="*/ 65 w 391"/>
                  <a:gd name="T59" fmla="*/ 237 h 252"/>
                  <a:gd name="T60" fmla="*/ 71 w 391"/>
                  <a:gd name="T61" fmla="*/ 241 h 252"/>
                  <a:gd name="T62" fmla="*/ 72 w 391"/>
                  <a:gd name="T63" fmla="*/ 236 h 252"/>
                  <a:gd name="T64" fmla="*/ 77 w 391"/>
                  <a:gd name="T65" fmla="*/ 236 h 252"/>
                  <a:gd name="T66" fmla="*/ 87 w 391"/>
                  <a:gd name="T67" fmla="*/ 241 h 252"/>
                  <a:gd name="T68" fmla="*/ 88 w 391"/>
                  <a:gd name="T69" fmla="*/ 237 h 252"/>
                  <a:gd name="T70" fmla="*/ 100 w 391"/>
                  <a:gd name="T71" fmla="*/ 238 h 252"/>
                  <a:gd name="T72" fmla="*/ 115 w 391"/>
                  <a:gd name="T73" fmla="*/ 241 h 252"/>
                  <a:gd name="T74" fmla="*/ 117 w 391"/>
                  <a:gd name="T75" fmla="*/ 233 h 252"/>
                  <a:gd name="T76" fmla="*/ 124 w 391"/>
                  <a:gd name="T77" fmla="*/ 236 h 252"/>
                  <a:gd name="T78" fmla="*/ 127 w 391"/>
                  <a:gd name="T79" fmla="*/ 243 h 252"/>
                  <a:gd name="T80" fmla="*/ 129 w 391"/>
                  <a:gd name="T81" fmla="*/ 246 h 252"/>
                  <a:gd name="T82" fmla="*/ 136 w 391"/>
                  <a:gd name="T83" fmla="*/ 221 h 252"/>
                  <a:gd name="T84" fmla="*/ 373 w 391"/>
                  <a:gd name="T85" fmla="*/ 252 h 252"/>
                  <a:gd name="T86" fmla="*/ 391 w 391"/>
                  <a:gd name="T87" fmla="*/ 6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91" h="252">
                    <a:moveTo>
                      <a:pt x="391" y="60"/>
                    </a:moveTo>
                    <a:cubicBezTo>
                      <a:pt x="391" y="60"/>
                      <a:pt x="243" y="42"/>
                      <a:pt x="184" y="33"/>
                    </a:cubicBezTo>
                    <a:cubicBezTo>
                      <a:pt x="112" y="22"/>
                      <a:pt x="11" y="0"/>
                      <a:pt x="11" y="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4" y="61"/>
                      <a:pt x="4" y="61"/>
                      <a:pt x="4" y="61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7" y="93"/>
                      <a:pt x="17" y="93"/>
                      <a:pt x="17" y="93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10"/>
                      <a:pt x="26" y="110"/>
                      <a:pt x="26" y="110"/>
                    </a:cubicBezTo>
                    <a:cubicBezTo>
                      <a:pt x="28" y="116"/>
                      <a:pt x="28" y="116"/>
                      <a:pt x="28" y="116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1"/>
                      <a:pt x="31" y="121"/>
                      <a:pt x="31" y="121"/>
                    </a:cubicBezTo>
                    <a:cubicBezTo>
                      <a:pt x="40" y="123"/>
                      <a:pt x="40" y="123"/>
                      <a:pt x="40" y="123"/>
                    </a:cubicBezTo>
                    <a:cubicBezTo>
                      <a:pt x="40" y="127"/>
                      <a:pt x="40" y="127"/>
                      <a:pt x="40" y="127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4" y="139"/>
                      <a:pt x="34" y="139"/>
                      <a:pt x="34" y="139"/>
                    </a:cubicBezTo>
                    <a:cubicBezTo>
                      <a:pt x="31" y="146"/>
                      <a:pt x="31" y="146"/>
                      <a:pt x="31" y="146"/>
                    </a:cubicBezTo>
                    <a:cubicBezTo>
                      <a:pt x="30" y="152"/>
                      <a:pt x="30" y="152"/>
                      <a:pt x="30" y="152"/>
                    </a:cubicBezTo>
                    <a:cubicBezTo>
                      <a:pt x="32" y="158"/>
                      <a:pt x="32" y="158"/>
                      <a:pt x="32" y="158"/>
                    </a:cubicBezTo>
                    <a:cubicBezTo>
                      <a:pt x="31" y="160"/>
                      <a:pt x="31" y="160"/>
                      <a:pt x="31" y="160"/>
                    </a:cubicBezTo>
                    <a:cubicBezTo>
                      <a:pt x="28" y="160"/>
                      <a:pt x="28" y="160"/>
                      <a:pt x="28" y="160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22" y="171"/>
                      <a:pt x="22" y="171"/>
                      <a:pt x="22" y="171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8" y="175"/>
                      <a:pt x="28" y="175"/>
                      <a:pt x="28" y="175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0" y="178"/>
                      <a:pt x="30" y="178"/>
                      <a:pt x="30" y="178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6" y="174"/>
                      <a:pt x="36" y="174"/>
                      <a:pt x="36" y="174"/>
                    </a:cubicBezTo>
                    <a:cubicBezTo>
                      <a:pt x="38" y="174"/>
                      <a:pt x="38" y="174"/>
                      <a:pt x="38" y="174"/>
                    </a:cubicBezTo>
                    <a:cubicBezTo>
                      <a:pt x="42" y="171"/>
                      <a:pt x="42" y="171"/>
                      <a:pt x="42" y="171"/>
                    </a:cubicBezTo>
                    <a:cubicBezTo>
                      <a:pt x="44" y="171"/>
                      <a:pt x="44" y="171"/>
                      <a:pt x="44" y="171"/>
                    </a:cubicBezTo>
                    <a:cubicBezTo>
                      <a:pt x="45" y="175"/>
                      <a:pt x="45" y="175"/>
                      <a:pt x="45" y="175"/>
                    </a:cubicBezTo>
                    <a:cubicBezTo>
                      <a:pt x="47" y="179"/>
                      <a:pt x="47" y="179"/>
                      <a:pt x="47" y="179"/>
                    </a:cubicBezTo>
                    <a:cubicBezTo>
                      <a:pt x="48" y="187"/>
                      <a:pt x="48" y="187"/>
                      <a:pt x="48" y="187"/>
                    </a:cubicBezTo>
                    <a:cubicBezTo>
                      <a:pt x="48" y="193"/>
                      <a:pt x="48" y="193"/>
                      <a:pt x="48" y="193"/>
                    </a:cubicBezTo>
                    <a:cubicBezTo>
                      <a:pt x="48" y="196"/>
                      <a:pt x="48" y="196"/>
                      <a:pt x="48" y="196"/>
                    </a:cubicBezTo>
                    <a:cubicBezTo>
                      <a:pt x="52" y="200"/>
                      <a:pt x="52" y="200"/>
                      <a:pt x="52" y="200"/>
                    </a:cubicBezTo>
                    <a:cubicBezTo>
                      <a:pt x="52" y="205"/>
                      <a:pt x="52" y="205"/>
                      <a:pt x="52" y="205"/>
                    </a:cubicBezTo>
                    <a:cubicBezTo>
                      <a:pt x="52" y="210"/>
                      <a:pt x="52" y="210"/>
                      <a:pt x="52" y="210"/>
                    </a:cubicBezTo>
                    <a:cubicBezTo>
                      <a:pt x="52" y="212"/>
                      <a:pt x="52" y="212"/>
                      <a:pt x="52" y="212"/>
                    </a:cubicBezTo>
                    <a:cubicBezTo>
                      <a:pt x="54" y="215"/>
                      <a:pt x="54" y="215"/>
                      <a:pt x="54" y="215"/>
                    </a:cubicBezTo>
                    <a:cubicBezTo>
                      <a:pt x="59" y="218"/>
                      <a:pt x="59" y="218"/>
                      <a:pt x="59" y="218"/>
                    </a:cubicBezTo>
                    <a:cubicBezTo>
                      <a:pt x="63" y="218"/>
                      <a:pt x="63" y="218"/>
                      <a:pt x="63" y="218"/>
                    </a:cubicBezTo>
                    <a:cubicBezTo>
                      <a:pt x="63" y="224"/>
                      <a:pt x="63" y="224"/>
                      <a:pt x="63" y="224"/>
                    </a:cubicBezTo>
                    <a:cubicBezTo>
                      <a:pt x="65" y="230"/>
                      <a:pt x="65" y="230"/>
                      <a:pt x="65" y="230"/>
                    </a:cubicBezTo>
                    <a:cubicBezTo>
                      <a:pt x="65" y="234"/>
                      <a:pt x="65" y="234"/>
                      <a:pt x="65" y="234"/>
                    </a:cubicBezTo>
                    <a:cubicBezTo>
                      <a:pt x="65" y="237"/>
                      <a:pt x="65" y="237"/>
                      <a:pt x="65" y="237"/>
                    </a:cubicBezTo>
                    <a:cubicBezTo>
                      <a:pt x="67" y="241"/>
                      <a:pt x="67" y="241"/>
                      <a:pt x="67" y="241"/>
                    </a:cubicBezTo>
                    <a:cubicBezTo>
                      <a:pt x="71" y="241"/>
                      <a:pt x="71" y="241"/>
                      <a:pt x="71" y="241"/>
                    </a:cubicBezTo>
                    <a:cubicBezTo>
                      <a:pt x="71" y="239"/>
                      <a:pt x="71" y="239"/>
                      <a:pt x="71" y="239"/>
                    </a:cubicBezTo>
                    <a:cubicBezTo>
                      <a:pt x="72" y="236"/>
                      <a:pt x="72" y="236"/>
                      <a:pt x="72" y="236"/>
                    </a:cubicBezTo>
                    <a:cubicBezTo>
                      <a:pt x="74" y="236"/>
                      <a:pt x="74" y="236"/>
                      <a:pt x="74" y="236"/>
                    </a:cubicBezTo>
                    <a:cubicBezTo>
                      <a:pt x="77" y="236"/>
                      <a:pt x="77" y="236"/>
                      <a:pt x="77" y="236"/>
                    </a:cubicBezTo>
                    <a:cubicBezTo>
                      <a:pt x="82" y="239"/>
                      <a:pt x="82" y="239"/>
                      <a:pt x="82" y="239"/>
                    </a:cubicBezTo>
                    <a:cubicBezTo>
                      <a:pt x="87" y="241"/>
                      <a:pt x="87" y="241"/>
                      <a:pt x="87" y="241"/>
                    </a:cubicBezTo>
                    <a:cubicBezTo>
                      <a:pt x="87" y="239"/>
                      <a:pt x="87" y="239"/>
                      <a:pt x="87" y="239"/>
                    </a:cubicBezTo>
                    <a:cubicBezTo>
                      <a:pt x="88" y="237"/>
                      <a:pt x="88" y="237"/>
                      <a:pt x="88" y="237"/>
                    </a:cubicBezTo>
                    <a:cubicBezTo>
                      <a:pt x="92" y="237"/>
                      <a:pt x="92" y="237"/>
                      <a:pt x="92" y="237"/>
                    </a:cubicBezTo>
                    <a:cubicBezTo>
                      <a:pt x="100" y="238"/>
                      <a:pt x="100" y="238"/>
                      <a:pt x="100" y="238"/>
                    </a:cubicBezTo>
                    <a:cubicBezTo>
                      <a:pt x="105" y="240"/>
                      <a:pt x="105" y="240"/>
                      <a:pt x="105" y="240"/>
                    </a:cubicBezTo>
                    <a:cubicBezTo>
                      <a:pt x="115" y="241"/>
                      <a:pt x="115" y="241"/>
                      <a:pt x="115" y="241"/>
                    </a:cubicBezTo>
                    <a:cubicBezTo>
                      <a:pt x="116" y="238"/>
                      <a:pt x="116" y="238"/>
                      <a:pt x="116" y="238"/>
                    </a:cubicBezTo>
                    <a:cubicBezTo>
                      <a:pt x="117" y="233"/>
                      <a:pt x="117" y="233"/>
                      <a:pt x="117" y="233"/>
                    </a:cubicBezTo>
                    <a:cubicBezTo>
                      <a:pt x="121" y="233"/>
                      <a:pt x="121" y="233"/>
                      <a:pt x="121" y="233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6" y="239"/>
                      <a:pt x="126" y="239"/>
                      <a:pt x="126" y="239"/>
                    </a:cubicBezTo>
                    <a:cubicBezTo>
                      <a:pt x="127" y="243"/>
                      <a:pt x="127" y="243"/>
                      <a:pt x="127" y="243"/>
                    </a:cubicBezTo>
                    <a:cubicBezTo>
                      <a:pt x="127" y="244"/>
                      <a:pt x="127" y="244"/>
                      <a:pt x="127" y="244"/>
                    </a:cubicBezTo>
                    <a:cubicBezTo>
                      <a:pt x="129" y="246"/>
                      <a:pt x="129" y="246"/>
                      <a:pt x="129" y="246"/>
                    </a:cubicBezTo>
                    <a:cubicBezTo>
                      <a:pt x="131" y="248"/>
                      <a:pt x="131" y="248"/>
                      <a:pt x="131" y="248"/>
                    </a:cubicBezTo>
                    <a:cubicBezTo>
                      <a:pt x="136" y="221"/>
                      <a:pt x="136" y="221"/>
                      <a:pt x="136" y="221"/>
                    </a:cubicBezTo>
                    <a:cubicBezTo>
                      <a:pt x="372" y="252"/>
                      <a:pt x="372" y="252"/>
                      <a:pt x="372" y="252"/>
                    </a:cubicBezTo>
                    <a:cubicBezTo>
                      <a:pt x="373" y="252"/>
                      <a:pt x="373" y="252"/>
                      <a:pt x="373" y="252"/>
                    </a:cubicBezTo>
                    <a:cubicBezTo>
                      <a:pt x="377" y="207"/>
                      <a:pt x="377" y="207"/>
                      <a:pt x="377" y="207"/>
                    </a:cubicBezTo>
                    <a:lnTo>
                      <a:pt x="391" y="6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2" name="Freeform 22">
                <a:extLst>
                  <a:ext uri="{FF2B5EF4-FFF2-40B4-BE49-F238E27FC236}">
                    <a16:creationId xmlns:a16="http://schemas.microsoft.com/office/drawing/2014/main" id="{D415B962-1A18-3DD7-CEAF-2F53A260F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28148" y="1615414"/>
                <a:ext cx="173579" cy="277501"/>
              </a:xfrm>
              <a:custGeom>
                <a:avLst/>
                <a:gdLst>
                  <a:gd name="T0" fmla="*/ 34 w 117"/>
                  <a:gd name="T1" fmla="*/ 182 h 187"/>
                  <a:gd name="T2" fmla="*/ 34 w 117"/>
                  <a:gd name="T3" fmla="*/ 176 h 187"/>
                  <a:gd name="T4" fmla="*/ 37 w 117"/>
                  <a:gd name="T5" fmla="*/ 171 h 187"/>
                  <a:gd name="T6" fmla="*/ 40 w 117"/>
                  <a:gd name="T7" fmla="*/ 166 h 187"/>
                  <a:gd name="T8" fmla="*/ 44 w 117"/>
                  <a:gd name="T9" fmla="*/ 161 h 187"/>
                  <a:gd name="T10" fmla="*/ 40 w 117"/>
                  <a:gd name="T11" fmla="*/ 159 h 187"/>
                  <a:gd name="T12" fmla="*/ 42 w 117"/>
                  <a:gd name="T13" fmla="*/ 155 h 187"/>
                  <a:gd name="T14" fmla="*/ 45 w 117"/>
                  <a:gd name="T15" fmla="*/ 155 h 187"/>
                  <a:gd name="T16" fmla="*/ 48 w 117"/>
                  <a:gd name="T17" fmla="*/ 150 h 187"/>
                  <a:gd name="T18" fmla="*/ 52 w 117"/>
                  <a:gd name="T19" fmla="*/ 153 h 187"/>
                  <a:gd name="T20" fmla="*/ 51 w 117"/>
                  <a:gd name="T21" fmla="*/ 149 h 187"/>
                  <a:gd name="T22" fmla="*/ 56 w 117"/>
                  <a:gd name="T23" fmla="*/ 148 h 187"/>
                  <a:gd name="T24" fmla="*/ 59 w 117"/>
                  <a:gd name="T25" fmla="*/ 139 h 187"/>
                  <a:gd name="T26" fmla="*/ 67 w 117"/>
                  <a:gd name="T27" fmla="*/ 141 h 187"/>
                  <a:gd name="T28" fmla="*/ 68 w 117"/>
                  <a:gd name="T29" fmla="*/ 132 h 187"/>
                  <a:gd name="T30" fmla="*/ 68 w 117"/>
                  <a:gd name="T31" fmla="*/ 123 h 187"/>
                  <a:gd name="T32" fmla="*/ 69 w 117"/>
                  <a:gd name="T33" fmla="*/ 116 h 187"/>
                  <a:gd name="T34" fmla="*/ 79 w 117"/>
                  <a:gd name="T35" fmla="*/ 122 h 187"/>
                  <a:gd name="T36" fmla="*/ 81 w 117"/>
                  <a:gd name="T37" fmla="*/ 115 h 187"/>
                  <a:gd name="T38" fmla="*/ 84 w 117"/>
                  <a:gd name="T39" fmla="*/ 122 h 187"/>
                  <a:gd name="T40" fmla="*/ 88 w 117"/>
                  <a:gd name="T41" fmla="*/ 116 h 187"/>
                  <a:gd name="T42" fmla="*/ 87 w 117"/>
                  <a:gd name="T43" fmla="*/ 111 h 187"/>
                  <a:gd name="T44" fmla="*/ 95 w 117"/>
                  <a:gd name="T45" fmla="*/ 115 h 187"/>
                  <a:gd name="T46" fmla="*/ 97 w 117"/>
                  <a:gd name="T47" fmla="*/ 111 h 187"/>
                  <a:gd name="T48" fmla="*/ 103 w 117"/>
                  <a:gd name="T49" fmla="*/ 105 h 187"/>
                  <a:gd name="T50" fmla="*/ 106 w 117"/>
                  <a:gd name="T51" fmla="*/ 101 h 187"/>
                  <a:gd name="T52" fmla="*/ 114 w 117"/>
                  <a:gd name="T53" fmla="*/ 97 h 187"/>
                  <a:gd name="T54" fmla="*/ 116 w 117"/>
                  <a:gd name="T55" fmla="*/ 88 h 187"/>
                  <a:gd name="T56" fmla="*/ 112 w 117"/>
                  <a:gd name="T57" fmla="*/ 86 h 187"/>
                  <a:gd name="T58" fmla="*/ 112 w 117"/>
                  <a:gd name="T59" fmla="*/ 82 h 187"/>
                  <a:gd name="T60" fmla="*/ 104 w 117"/>
                  <a:gd name="T61" fmla="*/ 77 h 187"/>
                  <a:gd name="T62" fmla="*/ 101 w 117"/>
                  <a:gd name="T63" fmla="*/ 64 h 187"/>
                  <a:gd name="T64" fmla="*/ 95 w 117"/>
                  <a:gd name="T65" fmla="*/ 63 h 187"/>
                  <a:gd name="T66" fmla="*/ 84 w 117"/>
                  <a:gd name="T67" fmla="*/ 56 h 187"/>
                  <a:gd name="T68" fmla="*/ 77 w 117"/>
                  <a:gd name="T69" fmla="*/ 31 h 187"/>
                  <a:gd name="T70" fmla="*/ 71 w 117"/>
                  <a:gd name="T71" fmla="*/ 11 h 187"/>
                  <a:gd name="T72" fmla="*/ 53 w 117"/>
                  <a:gd name="T73" fmla="*/ 3 h 187"/>
                  <a:gd name="T74" fmla="*/ 42 w 117"/>
                  <a:gd name="T75" fmla="*/ 11 h 187"/>
                  <a:gd name="T76" fmla="*/ 30 w 117"/>
                  <a:gd name="T77" fmla="*/ 5 h 187"/>
                  <a:gd name="T78" fmla="*/ 22 w 117"/>
                  <a:gd name="T79" fmla="*/ 22 h 187"/>
                  <a:gd name="T80" fmla="*/ 13 w 117"/>
                  <a:gd name="T81" fmla="*/ 54 h 187"/>
                  <a:gd name="T82" fmla="*/ 15 w 117"/>
                  <a:gd name="T83" fmla="*/ 71 h 187"/>
                  <a:gd name="T84" fmla="*/ 12 w 117"/>
                  <a:gd name="T85" fmla="*/ 82 h 187"/>
                  <a:gd name="T86" fmla="*/ 7 w 117"/>
                  <a:gd name="T87" fmla="*/ 95 h 187"/>
                  <a:gd name="T88" fmla="*/ 0 w 117"/>
                  <a:gd name="T89" fmla="*/ 10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187">
                    <a:moveTo>
                      <a:pt x="33" y="187"/>
                    </a:moveTo>
                    <a:lnTo>
                      <a:pt x="33" y="185"/>
                    </a:lnTo>
                    <a:lnTo>
                      <a:pt x="34" y="182"/>
                    </a:lnTo>
                    <a:lnTo>
                      <a:pt x="34" y="181"/>
                    </a:lnTo>
                    <a:lnTo>
                      <a:pt x="34" y="178"/>
                    </a:lnTo>
                    <a:lnTo>
                      <a:pt x="34" y="176"/>
                    </a:lnTo>
                    <a:lnTo>
                      <a:pt x="35" y="174"/>
                    </a:lnTo>
                    <a:lnTo>
                      <a:pt x="37" y="174"/>
                    </a:lnTo>
                    <a:lnTo>
                      <a:pt x="37" y="171"/>
                    </a:lnTo>
                    <a:lnTo>
                      <a:pt x="38" y="169"/>
                    </a:lnTo>
                    <a:lnTo>
                      <a:pt x="38" y="166"/>
                    </a:lnTo>
                    <a:lnTo>
                      <a:pt x="40" y="166"/>
                    </a:lnTo>
                    <a:lnTo>
                      <a:pt x="41" y="166"/>
                    </a:lnTo>
                    <a:lnTo>
                      <a:pt x="44" y="166"/>
                    </a:lnTo>
                    <a:lnTo>
                      <a:pt x="44" y="161"/>
                    </a:lnTo>
                    <a:lnTo>
                      <a:pt x="41" y="161"/>
                    </a:lnTo>
                    <a:lnTo>
                      <a:pt x="40" y="161"/>
                    </a:lnTo>
                    <a:lnTo>
                      <a:pt x="40" y="159"/>
                    </a:lnTo>
                    <a:lnTo>
                      <a:pt x="40" y="158"/>
                    </a:lnTo>
                    <a:lnTo>
                      <a:pt x="42" y="156"/>
                    </a:lnTo>
                    <a:lnTo>
                      <a:pt x="42" y="155"/>
                    </a:lnTo>
                    <a:lnTo>
                      <a:pt x="44" y="153"/>
                    </a:lnTo>
                    <a:lnTo>
                      <a:pt x="45" y="154"/>
                    </a:lnTo>
                    <a:lnTo>
                      <a:pt x="45" y="155"/>
                    </a:lnTo>
                    <a:lnTo>
                      <a:pt x="47" y="154"/>
                    </a:lnTo>
                    <a:lnTo>
                      <a:pt x="48" y="153"/>
                    </a:lnTo>
                    <a:lnTo>
                      <a:pt x="48" y="150"/>
                    </a:lnTo>
                    <a:lnTo>
                      <a:pt x="50" y="152"/>
                    </a:lnTo>
                    <a:lnTo>
                      <a:pt x="51" y="153"/>
                    </a:lnTo>
                    <a:lnTo>
                      <a:pt x="52" y="153"/>
                    </a:lnTo>
                    <a:lnTo>
                      <a:pt x="52" y="150"/>
                    </a:lnTo>
                    <a:lnTo>
                      <a:pt x="52" y="149"/>
                    </a:lnTo>
                    <a:lnTo>
                      <a:pt x="51" y="149"/>
                    </a:lnTo>
                    <a:lnTo>
                      <a:pt x="50" y="147"/>
                    </a:lnTo>
                    <a:lnTo>
                      <a:pt x="54" y="147"/>
                    </a:lnTo>
                    <a:lnTo>
                      <a:pt x="56" y="148"/>
                    </a:lnTo>
                    <a:lnTo>
                      <a:pt x="59" y="147"/>
                    </a:lnTo>
                    <a:lnTo>
                      <a:pt x="60" y="144"/>
                    </a:lnTo>
                    <a:lnTo>
                      <a:pt x="59" y="139"/>
                    </a:lnTo>
                    <a:lnTo>
                      <a:pt x="61" y="139"/>
                    </a:lnTo>
                    <a:lnTo>
                      <a:pt x="64" y="142"/>
                    </a:lnTo>
                    <a:lnTo>
                      <a:pt x="67" y="141"/>
                    </a:lnTo>
                    <a:lnTo>
                      <a:pt x="68" y="139"/>
                    </a:lnTo>
                    <a:lnTo>
                      <a:pt x="69" y="135"/>
                    </a:lnTo>
                    <a:lnTo>
                      <a:pt x="68" y="132"/>
                    </a:lnTo>
                    <a:lnTo>
                      <a:pt x="69" y="128"/>
                    </a:lnTo>
                    <a:lnTo>
                      <a:pt x="69" y="126"/>
                    </a:lnTo>
                    <a:lnTo>
                      <a:pt x="68" y="123"/>
                    </a:lnTo>
                    <a:lnTo>
                      <a:pt x="68" y="121"/>
                    </a:lnTo>
                    <a:lnTo>
                      <a:pt x="69" y="118"/>
                    </a:lnTo>
                    <a:lnTo>
                      <a:pt x="69" y="116"/>
                    </a:lnTo>
                    <a:lnTo>
                      <a:pt x="73" y="120"/>
                    </a:lnTo>
                    <a:lnTo>
                      <a:pt x="74" y="122"/>
                    </a:lnTo>
                    <a:lnTo>
                      <a:pt x="79" y="122"/>
                    </a:lnTo>
                    <a:lnTo>
                      <a:pt x="79" y="120"/>
                    </a:lnTo>
                    <a:lnTo>
                      <a:pt x="79" y="116"/>
                    </a:lnTo>
                    <a:lnTo>
                      <a:pt x="81" y="115"/>
                    </a:lnTo>
                    <a:lnTo>
                      <a:pt x="84" y="116"/>
                    </a:lnTo>
                    <a:lnTo>
                      <a:pt x="84" y="118"/>
                    </a:lnTo>
                    <a:lnTo>
                      <a:pt x="84" y="122"/>
                    </a:lnTo>
                    <a:lnTo>
                      <a:pt x="87" y="121"/>
                    </a:lnTo>
                    <a:lnTo>
                      <a:pt x="90" y="118"/>
                    </a:lnTo>
                    <a:lnTo>
                      <a:pt x="88" y="116"/>
                    </a:lnTo>
                    <a:lnTo>
                      <a:pt x="86" y="114"/>
                    </a:lnTo>
                    <a:lnTo>
                      <a:pt x="86" y="112"/>
                    </a:lnTo>
                    <a:lnTo>
                      <a:pt x="87" y="111"/>
                    </a:lnTo>
                    <a:lnTo>
                      <a:pt x="90" y="114"/>
                    </a:lnTo>
                    <a:lnTo>
                      <a:pt x="93" y="116"/>
                    </a:lnTo>
                    <a:lnTo>
                      <a:pt x="95" y="115"/>
                    </a:lnTo>
                    <a:lnTo>
                      <a:pt x="94" y="111"/>
                    </a:lnTo>
                    <a:lnTo>
                      <a:pt x="95" y="111"/>
                    </a:lnTo>
                    <a:lnTo>
                      <a:pt x="97" y="111"/>
                    </a:lnTo>
                    <a:lnTo>
                      <a:pt x="97" y="105"/>
                    </a:lnTo>
                    <a:lnTo>
                      <a:pt x="101" y="105"/>
                    </a:lnTo>
                    <a:lnTo>
                      <a:pt x="103" y="105"/>
                    </a:lnTo>
                    <a:lnTo>
                      <a:pt x="104" y="104"/>
                    </a:lnTo>
                    <a:lnTo>
                      <a:pt x="104" y="101"/>
                    </a:lnTo>
                    <a:lnTo>
                      <a:pt x="106" y="101"/>
                    </a:lnTo>
                    <a:lnTo>
                      <a:pt x="107" y="100"/>
                    </a:lnTo>
                    <a:lnTo>
                      <a:pt x="110" y="97"/>
                    </a:lnTo>
                    <a:lnTo>
                      <a:pt x="114" y="97"/>
                    </a:lnTo>
                    <a:lnTo>
                      <a:pt x="116" y="95"/>
                    </a:lnTo>
                    <a:lnTo>
                      <a:pt x="117" y="89"/>
                    </a:lnTo>
                    <a:lnTo>
                      <a:pt x="116" y="88"/>
                    </a:lnTo>
                    <a:lnTo>
                      <a:pt x="115" y="88"/>
                    </a:lnTo>
                    <a:lnTo>
                      <a:pt x="113" y="88"/>
                    </a:lnTo>
                    <a:lnTo>
                      <a:pt x="112" y="86"/>
                    </a:lnTo>
                    <a:lnTo>
                      <a:pt x="114" y="84"/>
                    </a:lnTo>
                    <a:lnTo>
                      <a:pt x="114" y="83"/>
                    </a:lnTo>
                    <a:lnTo>
                      <a:pt x="112" y="82"/>
                    </a:lnTo>
                    <a:lnTo>
                      <a:pt x="110" y="77"/>
                    </a:lnTo>
                    <a:lnTo>
                      <a:pt x="106" y="77"/>
                    </a:lnTo>
                    <a:lnTo>
                      <a:pt x="104" y="77"/>
                    </a:lnTo>
                    <a:lnTo>
                      <a:pt x="102" y="73"/>
                    </a:lnTo>
                    <a:lnTo>
                      <a:pt x="101" y="68"/>
                    </a:lnTo>
                    <a:lnTo>
                      <a:pt x="101" y="64"/>
                    </a:lnTo>
                    <a:lnTo>
                      <a:pt x="100" y="61"/>
                    </a:lnTo>
                    <a:lnTo>
                      <a:pt x="97" y="62"/>
                    </a:lnTo>
                    <a:lnTo>
                      <a:pt x="95" y="63"/>
                    </a:lnTo>
                    <a:lnTo>
                      <a:pt x="91" y="63"/>
                    </a:lnTo>
                    <a:lnTo>
                      <a:pt x="87" y="61"/>
                    </a:lnTo>
                    <a:lnTo>
                      <a:pt x="84" y="56"/>
                    </a:lnTo>
                    <a:lnTo>
                      <a:pt x="83" y="49"/>
                    </a:lnTo>
                    <a:lnTo>
                      <a:pt x="79" y="40"/>
                    </a:lnTo>
                    <a:lnTo>
                      <a:pt x="77" y="31"/>
                    </a:lnTo>
                    <a:lnTo>
                      <a:pt x="75" y="26"/>
                    </a:lnTo>
                    <a:lnTo>
                      <a:pt x="73" y="18"/>
                    </a:lnTo>
                    <a:lnTo>
                      <a:pt x="71" y="11"/>
                    </a:lnTo>
                    <a:lnTo>
                      <a:pt x="69" y="8"/>
                    </a:lnTo>
                    <a:lnTo>
                      <a:pt x="56" y="0"/>
                    </a:lnTo>
                    <a:lnTo>
                      <a:pt x="53" y="3"/>
                    </a:lnTo>
                    <a:lnTo>
                      <a:pt x="50" y="7"/>
                    </a:lnTo>
                    <a:lnTo>
                      <a:pt x="45" y="11"/>
                    </a:lnTo>
                    <a:lnTo>
                      <a:pt x="42" y="11"/>
                    </a:lnTo>
                    <a:lnTo>
                      <a:pt x="39" y="9"/>
                    </a:lnTo>
                    <a:lnTo>
                      <a:pt x="34" y="6"/>
                    </a:lnTo>
                    <a:lnTo>
                      <a:pt x="30" y="5"/>
                    </a:lnTo>
                    <a:lnTo>
                      <a:pt x="29" y="5"/>
                    </a:lnTo>
                    <a:lnTo>
                      <a:pt x="27" y="7"/>
                    </a:lnTo>
                    <a:lnTo>
                      <a:pt x="22" y="22"/>
                    </a:lnTo>
                    <a:lnTo>
                      <a:pt x="20" y="33"/>
                    </a:lnTo>
                    <a:lnTo>
                      <a:pt x="15" y="45"/>
                    </a:lnTo>
                    <a:lnTo>
                      <a:pt x="13" y="54"/>
                    </a:lnTo>
                    <a:lnTo>
                      <a:pt x="12" y="64"/>
                    </a:lnTo>
                    <a:lnTo>
                      <a:pt x="13" y="69"/>
                    </a:lnTo>
                    <a:lnTo>
                      <a:pt x="15" y="71"/>
                    </a:lnTo>
                    <a:lnTo>
                      <a:pt x="14" y="73"/>
                    </a:lnTo>
                    <a:lnTo>
                      <a:pt x="12" y="76"/>
                    </a:lnTo>
                    <a:lnTo>
                      <a:pt x="12" y="82"/>
                    </a:lnTo>
                    <a:lnTo>
                      <a:pt x="10" y="87"/>
                    </a:lnTo>
                    <a:lnTo>
                      <a:pt x="10" y="94"/>
                    </a:lnTo>
                    <a:lnTo>
                      <a:pt x="7" y="95"/>
                    </a:lnTo>
                    <a:lnTo>
                      <a:pt x="7" y="100"/>
                    </a:lnTo>
                    <a:lnTo>
                      <a:pt x="1" y="100"/>
                    </a:lnTo>
                    <a:lnTo>
                      <a:pt x="0" y="103"/>
                    </a:lnTo>
                    <a:lnTo>
                      <a:pt x="23" y="178"/>
                    </a:lnTo>
                    <a:lnTo>
                      <a:pt x="33" y="18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3" name="Freeform 23">
                <a:extLst>
                  <a:ext uri="{FF2B5EF4-FFF2-40B4-BE49-F238E27FC236}">
                    <a16:creationId xmlns:a16="http://schemas.microsoft.com/office/drawing/2014/main" id="{C432F441-A3C3-7CA4-C749-34AF04E9B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4345" y="1805362"/>
                <a:ext cx="359026" cy="264145"/>
              </a:xfrm>
              <a:custGeom>
                <a:avLst/>
                <a:gdLst>
                  <a:gd name="T0" fmla="*/ 10 w 242"/>
                  <a:gd name="T1" fmla="*/ 136 h 178"/>
                  <a:gd name="T2" fmla="*/ 16 w 242"/>
                  <a:gd name="T3" fmla="*/ 129 h 178"/>
                  <a:gd name="T4" fmla="*/ 22 w 242"/>
                  <a:gd name="T5" fmla="*/ 124 h 178"/>
                  <a:gd name="T6" fmla="*/ 22 w 242"/>
                  <a:gd name="T7" fmla="*/ 119 h 178"/>
                  <a:gd name="T8" fmla="*/ 14 w 242"/>
                  <a:gd name="T9" fmla="*/ 102 h 178"/>
                  <a:gd name="T10" fmla="*/ 31 w 242"/>
                  <a:gd name="T11" fmla="*/ 96 h 178"/>
                  <a:gd name="T12" fmla="*/ 47 w 242"/>
                  <a:gd name="T13" fmla="*/ 96 h 178"/>
                  <a:gd name="T14" fmla="*/ 56 w 242"/>
                  <a:gd name="T15" fmla="*/ 96 h 178"/>
                  <a:gd name="T16" fmla="*/ 67 w 242"/>
                  <a:gd name="T17" fmla="*/ 93 h 178"/>
                  <a:gd name="T18" fmla="*/ 83 w 242"/>
                  <a:gd name="T19" fmla="*/ 83 h 178"/>
                  <a:gd name="T20" fmla="*/ 93 w 242"/>
                  <a:gd name="T21" fmla="*/ 77 h 178"/>
                  <a:gd name="T22" fmla="*/ 93 w 242"/>
                  <a:gd name="T23" fmla="*/ 71 h 178"/>
                  <a:gd name="T24" fmla="*/ 93 w 242"/>
                  <a:gd name="T25" fmla="*/ 63 h 178"/>
                  <a:gd name="T26" fmla="*/ 89 w 242"/>
                  <a:gd name="T27" fmla="*/ 61 h 178"/>
                  <a:gd name="T28" fmla="*/ 85 w 242"/>
                  <a:gd name="T29" fmla="*/ 55 h 178"/>
                  <a:gd name="T30" fmla="*/ 98 w 242"/>
                  <a:gd name="T31" fmla="*/ 44 h 178"/>
                  <a:gd name="T32" fmla="*/ 102 w 242"/>
                  <a:gd name="T33" fmla="*/ 33 h 178"/>
                  <a:gd name="T34" fmla="*/ 116 w 242"/>
                  <a:gd name="T35" fmla="*/ 15 h 178"/>
                  <a:gd name="T36" fmla="*/ 130 w 242"/>
                  <a:gd name="T37" fmla="*/ 8 h 178"/>
                  <a:gd name="T38" fmla="*/ 147 w 242"/>
                  <a:gd name="T39" fmla="*/ 2 h 178"/>
                  <a:gd name="T40" fmla="*/ 163 w 242"/>
                  <a:gd name="T41" fmla="*/ 5 h 178"/>
                  <a:gd name="T42" fmla="*/ 165 w 242"/>
                  <a:gd name="T43" fmla="*/ 16 h 178"/>
                  <a:gd name="T44" fmla="*/ 171 w 242"/>
                  <a:gd name="T45" fmla="*/ 24 h 178"/>
                  <a:gd name="T46" fmla="*/ 171 w 242"/>
                  <a:gd name="T47" fmla="*/ 34 h 178"/>
                  <a:gd name="T48" fmla="*/ 174 w 242"/>
                  <a:gd name="T49" fmla="*/ 48 h 178"/>
                  <a:gd name="T50" fmla="*/ 181 w 242"/>
                  <a:gd name="T51" fmla="*/ 59 h 178"/>
                  <a:gd name="T52" fmla="*/ 184 w 242"/>
                  <a:gd name="T53" fmla="*/ 79 h 178"/>
                  <a:gd name="T54" fmla="*/ 188 w 242"/>
                  <a:gd name="T55" fmla="*/ 89 h 178"/>
                  <a:gd name="T56" fmla="*/ 188 w 242"/>
                  <a:gd name="T57" fmla="*/ 120 h 178"/>
                  <a:gd name="T58" fmla="*/ 192 w 242"/>
                  <a:gd name="T59" fmla="*/ 146 h 178"/>
                  <a:gd name="T60" fmla="*/ 192 w 242"/>
                  <a:gd name="T61" fmla="*/ 158 h 178"/>
                  <a:gd name="T62" fmla="*/ 186 w 242"/>
                  <a:gd name="T63" fmla="*/ 171 h 178"/>
                  <a:gd name="T64" fmla="*/ 198 w 242"/>
                  <a:gd name="T65" fmla="*/ 166 h 178"/>
                  <a:gd name="T66" fmla="*/ 206 w 242"/>
                  <a:gd name="T67" fmla="*/ 160 h 178"/>
                  <a:gd name="T68" fmla="*/ 217 w 242"/>
                  <a:gd name="T69" fmla="*/ 158 h 178"/>
                  <a:gd name="T70" fmla="*/ 225 w 242"/>
                  <a:gd name="T71" fmla="*/ 153 h 178"/>
                  <a:gd name="T72" fmla="*/ 225 w 242"/>
                  <a:gd name="T73" fmla="*/ 157 h 178"/>
                  <a:gd name="T74" fmla="*/ 233 w 242"/>
                  <a:gd name="T75" fmla="*/ 151 h 178"/>
                  <a:gd name="T76" fmla="*/ 240 w 242"/>
                  <a:gd name="T77" fmla="*/ 149 h 178"/>
                  <a:gd name="T78" fmla="*/ 233 w 242"/>
                  <a:gd name="T79" fmla="*/ 157 h 178"/>
                  <a:gd name="T80" fmla="*/ 219 w 242"/>
                  <a:gd name="T81" fmla="*/ 166 h 178"/>
                  <a:gd name="T82" fmla="*/ 206 w 242"/>
                  <a:gd name="T83" fmla="*/ 173 h 178"/>
                  <a:gd name="T84" fmla="*/ 189 w 242"/>
                  <a:gd name="T85" fmla="*/ 178 h 178"/>
                  <a:gd name="T86" fmla="*/ 182 w 242"/>
                  <a:gd name="T87" fmla="*/ 171 h 178"/>
                  <a:gd name="T88" fmla="*/ 180 w 242"/>
                  <a:gd name="T89" fmla="*/ 165 h 178"/>
                  <a:gd name="T90" fmla="*/ 155 w 242"/>
                  <a:gd name="T91" fmla="*/ 158 h 178"/>
                  <a:gd name="T92" fmla="*/ 154 w 242"/>
                  <a:gd name="T93" fmla="*/ 151 h 178"/>
                  <a:gd name="T94" fmla="*/ 148 w 242"/>
                  <a:gd name="T95" fmla="*/ 150 h 178"/>
                  <a:gd name="T96" fmla="*/ 140 w 242"/>
                  <a:gd name="T97" fmla="*/ 138 h 178"/>
                  <a:gd name="T98" fmla="*/ 2 w 242"/>
                  <a:gd name="T99" fmla="*/ 156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42" h="178">
                    <a:moveTo>
                      <a:pt x="0" y="146"/>
                    </a:moveTo>
                    <a:lnTo>
                      <a:pt x="10" y="136"/>
                    </a:lnTo>
                    <a:lnTo>
                      <a:pt x="12" y="133"/>
                    </a:lnTo>
                    <a:lnTo>
                      <a:pt x="16" y="129"/>
                    </a:lnTo>
                    <a:lnTo>
                      <a:pt x="18" y="127"/>
                    </a:lnTo>
                    <a:lnTo>
                      <a:pt x="22" y="124"/>
                    </a:lnTo>
                    <a:lnTo>
                      <a:pt x="22" y="121"/>
                    </a:lnTo>
                    <a:lnTo>
                      <a:pt x="22" y="119"/>
                    </a:lnTo>
                    <a:lnTo>
                      <a:pt x="17" y="109"/>
                    </a:lnTo>
                    <a:lnTo>
                      <a:pt x="14" y="102"/>
                    </a:lnTo>
                    <a:lnTo>
                      <a:pt x="18" y="99"/>
                    </a:lnTo>
                    <a:lnTo>
                      <a:pt x="31" y="96"/>
                    </a:lnTo>
                    <a:lnTo>
                      <a:pt x="38" y="96"/>
                    </a:lnTo>
                    <a:lnTo>
                      <a:pt x="47" y="96"/>
                    </a:lnTo>
                    <a:lnTo>
                      <a:pt x="53" y="96"/>
                    </a:lnTo>
                    <a:lnTo>
                      <a:pt x="56" y="96"/>
                    </a:lnTo>
                    <a:lnTo>
                      <a:pt x="63" y="93"/>
                    </a:lnTo>
                    <a:lnTo>
                      <a:pt x="67" y="93"/>
                    </a:lnTo>
                    <a:lnTo>
                      <a:pt x="77" y="90"/>
                    </a:lnTo>
                    <a:lnTo>
                      <a:pt x="83" y="83"/>
                    </a:lnTo>
                    <a:lnTo>
                      <a:pt x="89" y="80"/>
                    </a:lnTo>
                    <a:lnTo>
                      <a:pt x="93" y="77"/>
                    </a:lnTo>
                    <a:lnTo>
                      <a:pt x="93" y="75"/>
                    </a:lnTo>
                    <a:lnTo>
                      <a:pt x="93" y="71"/>
                    </a:lnTo>
                    <a:lnTo>
                      <a:pt x="89" y="66"/>
                    </a:lnTo>
                    <a:lnTo>
                      <a:pt x="93" y="63"/>
                    </a:lnTo>
                    <a:lnTo>
                      <a:pt x="94" y="59"/>
                    </a:lnTo>
                    <a:lnTo>
                      <a:pt x="89" y="61"/>
                    </a:lnTo>
                    <a:lnTo>
                      <a:pt x="87" y="59"/>
                    </a:lnTo>
                    <a:lnTo>
                      <a:pt x="85" y="55"/>
                    </a:lnTo>
                    <a:lnTo>
                      <a:pt x="90" y="51"/>
                    </a:lnTo>
                    <a:lnTo>
                      <a:pt x="98" y="44"/>
                    </a:lnTo>
                    <a:lnTo>
                      <a:pt x="101" y="38"/>
                    </a:lnTo>
                    <a:lnTo>
                      <a:pt x="102" y="33"/>
                    </a:lnTo>
                    <a:lnTo>
                      <a:pt x="110" y="23"/>
                    </a:lnTo>
                    <a:lnTo>
                      <a:pt x="116" y="15"/>
                    </a:lnTo>
                    <a:lnTo>
                      <a:pt x="123" y="10"/>
                    </a:lnTo>
                    <a:lnTo>
                      <a:pt x="130" y="8"/>
                    </a:lnTo>
                    <a:lnTo>
                      <a:pt x="141" y="5"/>
                    </a:lnTo>
                    <a:lnTo>
                      <a:pt x="147" y="2"/>
                    </a:lnTo>
                    <a:lnTo>
                      <a:pt x="163" y="0"/>
                    </a:lnTo>
                    <a:lnTo>
                      <a:pt x="163" y="5"/>
                    </a:lnTo>
                    <a:lnTo>
                      <a:pt x="163" y="11"/>
                    </a:lnTo>
                    <a:lnTo>
                      <a:pt x="165" y="16"/>
                    </a:lnTo>
                    <a:lnTo>
                      <a:pt x="168" y="23"/>
                    </a:lnTo>
                    <a:lnTo>
                      <a:pt x="171" y="24"/>
                    </a:lnTo>
                    <a:lnTo>
                      <a:pt x="174" y="32"/>
                    </a:lnTo>
                    <a:lnTo>
                      <a:pt x="171" y="34"/>
                    </a:lnTo>
                    <a:lnTo>
                      <a:pt x="170" y="41"/>
                    </a:lnTo>
                    <a:lnTo>
                      <a:pt x="174" y="48"/>
                    </a:lnTo>
                    <a:lnTo>
                      <a:pt x="177" y="56"/>
                    </a:lnTo>
                    <a:lnTo>
                      <a:pt x="181" y="59"/>
                    </a:lnTo>
                    <a:lnTo>
                      <a:pt x="182" y="70"/>
                    </a:lnTo>
                    <a:lnTo>
                      <a:pt x="184" y="79"/>
                    </a:lnTo>
                    <a:lnTo>
                      <a:pt x="188" y="88"/>
                    </a:lnTo>
                    <a:lnTo>
                      <a:pt x="188" y="89"/>
                    </a:lnTo>
                    <a:lnTo>
                      <a:pt x="188" y="102"/>
                    </a:lnTo>
                    <a:lnTo>
                      <a:pt x="188" y="120"/>
                    </a:lnTo>
                    <a:lnTo>
                      <a:pt x="192" y="139"/>
                    </a:lnTo>
                    <a:lnTo>
                      <a:pt x="192" y="146"/>
                    </a:lnTo>
                    <a:lnTo>
                      <a:pt x="196" y="152"/>
                    </a:lnTo>
                    <a:lnTo>
                      <a:pt x="192" y="158"/>
                    </a:lnTo>
                    <a:lnTo>
                      <a:pt x="193" y="161"/>
                    </a:lnTo>
                    <a:lnTo>
                      <a:pt x="186" y="171"/>
                    </a:lnTo>
                    <a:lnTo>
                      <a:pt x="193" y="168"/>
                    </a:lnTo>
                    <a:lnTo>
                      <a:pt x="198" y="166"/>
                    </a:lnTo>
                    <a:lnTo>
                      <a:pt x="204" y="162"/>
                    </a:lnTo>
                    <a:lnTo>
                      <a:pt x="206" y="160"/>
                    </a:lnTo>
                    <a:lnTo>
                      <a:pt x="212" y="159"/>
                    </a:lnTo>
                    <a:lnTo>
                      <a:pt x="217" y="158"/>
                    </a:lnTo>
                    <a:lnTo>
                      <a:pt x="219" y="156"/>
                    </a:lnTo>
                    <a:lnTo>
                      <a:pt x="225" y="153"/>
                    </a:lnTo>
                    <a:lnTo>
                      <a:pt x="230" y="147"/>
                    </a:lnTo>
                    <a:lnTo>
                      <a:pt x="225" y="157"/>
                    </a:lnTo>
                    <a:lnTo>
                      <a:pt x="230" y="155"/>
                    </a:lnTo>
                    <a:lnTo>
                      <a:pt x="233" y="151"/>
                    </a:lnTo>
                    <a:lnTo>
                      <a:pt x="236" y="150"/>
                    </a:lnTo>
                    <a:lnTo>
                      <a:pt x="240" y="149"/>
                    </a:lnTo>
                    <a:lnTo>
                      <a:pt x="242" y="149"/>
                    </a:lnTo>
                    <a:lnTo>
                      <a:pt x="233" y="157"/>
                    </a:lnTo>
                    <a:lnTo>
                      <a:pt x="225" y="163"/>
                    </a:lnTo>
                    <a:lnTo>
                      <a:pt x="219" y="166"/>
                    </a:lnTo>
                    <a:lnTo>
                      <a:pt x="214" y="171"/>
                    </a:lnTo>
                    <a:lnTo>
                      <a:pt x="206" y="173"/>
                    </a:lnTo>
                    <a:lnTo>
                      <a:pt x="197" y="176"/>
                    </a:lnTo>
                    <a:lnTo>
                      <a:pt x="189" y="178"/>
                    </a:lnTo>
                    <a:lnTo>
                      <a:pt x="184" y="175"/>
                    </a:lnTo>
                    <a:lnTo>
                      <a:pt x="182" y="171"/>
                    </a:lnTo>
                    <a:lnTo>
                      <a:pt x="182" y="167"/>
                    </a:lnTo>
                    <a:lnTo>
                      <a:pt x="180" y="165"/>
                    </a:lnTo>
                    <a:lnTo>
                      <a:pt x="167" y="161"/>
                    </a:lnTo>
                    <a:lnTo>
                      <a:pt x="155" y="158"/>
                    </a:lnTo>
                    <a:lnTo>
                      <a:pt x="157" y="153"/>
                    </a:lnTo>
                    <a:lnTo>
                      <a:pt x="154" y="151"/>
                    </a:lnTo>
                    <a:lnTo>
                      <a:pt x="151" y="151"/>
                    </a:lnTo>
                    <a:lnTo>
                      <a:pt x="148" y="150"/>
                    </a:lnTo>
                    <a:lnTo>
                      <a:pt x="144" y="143"/>
                    </a:lnTo>
                    <a:lnTo>
                      <a:pt x="140" y="138"/>
                    </a:lnTo>
                    <a:lnTo>
                      <a:pt x="132" y="133"/>
                    </a:lnTo>
                    <a:lnTo>
                      <a:pt x="2" y="156"/>
                    </a:lnTo>
                    <a:lnTo>
                      <a:pt x="0" y="14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4" name="Freeform 24">
                <a:extLst>
                  <a:ext uri="{FF2B5EF4-FFF2-40B4-BE49-F238E27FC236}">
                    <a16:creationId xmlns:a16="http://schemas.microsoft.com/office/drawing/2014/main" id="{2CABC785-C456-1543-1ECF-D8C196077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36168" y="1787553"/>
                <a:ext cx="83081" cy="149880"/>
              </a:xfrm>
              <a:custGeom>
                <a:avLst/>
                <a:gdLst>
                  <a:gd name="T0" fmla="*/ 0 w 56"/>
                  <a:gd name="T1" fmla="*/ 23 h 101"/>
                  <a:gd name="T2" fmla="*/ 2 w 56"/>
                  <a:gd name="T3" fmla="*/ 28 h 101"/>
                  <a:gd name="T4" fmla="*/ 5 w 56"/>
                  <a:gd name="T5" fmla="*/ 35 h 101"/>
                  <a:gd name="T6" fmla="*/ 8 w 56"/>
                  <a:gd name="T7" fmla="*/ 36 h 101"/>
                  <a:gd name="T8" fmla="*/ 11 w 56"/>
                  <a:gd name="T9" fmla="*/ 44 h 101"/>
                  <a:gd name="T10" fmla="*/ 8 w 56"/>
                  <a:gd name="T11" fmla="*/ 46 h 101"/>
                  <a:gd name="T12" fmla="*/ 7 w 56"/>
                  <a:gd name="T13" fmla="*/ 53 h 101"/>
                  <a:gd name="T14" fmla="*/ 11 w 56"/>
                  <a:gd name="T15" fmla="*/ 60 h 101"/>
                  <a:gd name="T16" fmla="*/ 14 w 56"/>
                  <a:gd name="T17" fmla="*/ 68 h 101"/>
                  <a:gd name="T18" fmla="*/ 18 w 56"/>
                  <a:gd name="T19" fmla="*/ 71 h 101"/>
                  <a:gd name="T20" fmla="*/ 19 w 56"/>
                  <a:gd name="T21" fmla="*/ 82 h 101"/>
                  <a:gd name="T22" fmla="*/ 21 w 56"/>
                  <a:gd name="T23" fmla="*/ 91 h 101"/>
                  <a:gd name="T24" fmla="*/ 25 w 56"/>
                  <a:gd name="T25" fmla="*/ 100 h 101"/>
                  <a:gd name="T26" fmla="*/ 25 w 56"/>
                  <a:gd name="T27" fmla="*/ 101 h 101"/>
                  <a:gd name="T28" fmla="*/ 47 w 56"/>
                  <a:gd name="T29" fmla="*/ 98 h 101"/>
                  <a:gd name="T30" fmla="*/ 45 w 56"/>
                  <a:gd name="T31" fmla="*/ 91 h 101"/>
                  <a:gd name="T32" fmla="*/ 46 w 56"/>
                  <a:gd name="T33" fmla="*/ 82 h 101"/>
                  <a:gd name="T34" fmla="*/ 45 w 56"/>
                  <a:gd name="T35" fmla="*/ 71 h 101"/>
                  <a:gd name="T36" fmla="*/ 44 w 56"/>
                  <a:gd name="T37" fmla="*/ 60 h 101"/>
                  <a:gd name="T38" fmla="*/ 47 w 56"/>
                  <a:gd name="T39" fmla="*/ 45 h 101"/>
                  <a:gd name="T40" fmla="*/ 47 w 56"/>
                  <a:gd name="T41" fmla="*/ 32 h 101"/>
                  <a:gd name="T42" fmla="*/ 56 w 56"/>
                  <a:gd name="T43" fmla="*/ 25 h 101"/>
                  <a:gd name="T44" fmla="*/ 56 w 56"/>
                  <a:gd name="T45" fmla="*/ 21 h 101"/>
                  <a:gd name="T46" fmla="*/ 53 w 56"/>
                  <a:gd name="T47" fmla="*/ 17 h 101"/>
                  <a:gd name="T48" fmla="*/ 53 w 56"/>
                  <a:gd name="T49" fmla="*/ 12 h 101"/>
                  <a:gd name="T50" fmla="*/ 53 w 56"/>
                  <a:gd name="T51" fmla="*/ 4 h 101"/>
                  <a:gd name="T52" fmla="*/ 50 w 56"/>
                  <a:gd name="T53" fmla="*/ 0 h 101"/>
                  <a:gd name="T54" fmla="*/ 43 w 56"/>
                  <a:gd name="T55" fmla="*/ 2 h 101"/>
                  <a:gd name="T56" fmla="*/ 36 w 56"/>
                  <a:gd name="T57" fmla="*/ 4 h 101"/>
                  <a:gd name="T58" fmla="*/ 22 w 56"/>
                  <a:gd name="T59" fmla="*/ 6 h 101"/>
                  <a:gd name="T60" fmla="*/ 15 w 56"/>
                  <a:gd name="T61" fmla="*/ 8 h 101"/>
                  <a:gd name="T62" fmla="*/ 5 w 56"/>
                  <a:gd name="T63" fmla="*/ 12 h 101"/>
                  <a:gd name="T64" fmla="*/ 0 w 56"/>
                  <a:gd name="T65" fmla="*/ 12 h 101"/>
                  <a:gd name="T66" fmla="*/ 0 w 56"/>
                  <a:gd name="T67" fmla="*/ 17 h 101"/>
                  <a:gd name="T68" fmla="*/ 0 w 56"/>
                  <a:gd name="T69" fmla="*/ 23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6" h="101">
                    <a:moveTo>
                      <a:pt x="0" y="23"/>
                    </a:moveTo>
                    <a:lnTo>
                      <a:pt x="2" y="28"/>
                    </a:lnTo>
                    <a:lnTo>
                      <a:pt x="5" y="35"/>
                    </a:lnTo>
                    <a:lnTo>
                      <a:pt x="8" y="36"/>
                    </a:lnTo>
                    <a:lnTo>
                      <a:pt x="11" y="44"/>
                    </a:lnTo>
                    <a:lnTo>
                      <a:pt x="8" y="46"/>
                    </a:lnTo>
                    <a:lnTo>
                      <a:pt x="7" y="53"/>
                    </a:lnTo>
                    <a:lnTo>
                      <a:pt x="11" y="60"/>
                    </a:lnTo>
                    <a:lnTo>
                      <a:pt x="14" y="68"/>
                    </a:lnTo>
                    <a:lnTo>
                      <a:pt x="18" y="71"/>
                    </a:lnTo>
                    <a:lnTo>
                      <a:pt x="19" y="82"/>
                    </a:lnTo>
                    <a:lnTo>
                      <a:pt x="21" y="91"/>
                    </a:lnTo>
                    <a:lnTo>
                      <a:pt x="25" y="100"/>
                    </a:lnTo>
                    <a:lnTo>
                      <a:pt x="25" y="101"/>
                    </a:lnTo>
                    <a:lnTo>
                      <a:pt x="47" y="98"/>
                    </a:lnTo>
                    <a:lnTo>
                      <a:pt x="45" y="91"/>
                    </a:lnTo>
                    <a:lnTo>
                      <a:pt x="46" y="82"/>
                    </a:lnTo>
                    <a:lnTo>
                      <a:pt x="45" y="71"/>
                    </a:lnTo>
                    <a:lnTo>
                      <a:pt x="44" y="60"/>
                    </a:lnTo>
                    <a:lnTo>
                      <a:pt x="47" y="45"/>
                    </a:lnTo>
                    <a:lnTo>
                      <a:pt x="47" y="32"/>
                    </a:lnTo>
                    <a:lnTo>
                      <a:pt x="56" y="25"/>
                    </a:lnTo>
                    <a:lnTo>
                      <a:pt x="56" y="21"/>
                    </a:lnTo>
                    <a:lnTo>
                      <a:pt x="53" y="17"/>
                    </a:lnTo>
                    <a:lnTo>
                      <a:pt x="53" y="12"/>
                    </a:lnTo>
                    <a:lnTo>
                      <a:pt x="53" y="4"/>
                    </a:lnTo>
                    <a:lnTo>
                      <a:pt x="50" y="0"/>
                    </a:lnTo>
                    <a:lnTo>
                      <a:pt x="43" y="2"/>
                    </a:lnTo>
                    <a:lnTo>
                      <a:pt x="36" y="4"/>
                    </a:lnTo>
                    <a:lnTo>
                      <a:pt x="22" y="6"/>
                    </a:lnTo>
                    <a:lnTo>
                      <a:pt x="15" y="8"/>
                    </a:lnTo>
                    <a:lnTo>
                      <a:pt x="5" y="12"/>
                    </a:lnTo>
                    <a:lnTo>
                      <a:pt x="0" y="12"/>
                    </a:lnTo>
                    <a:lnTo>
                      <a:pt x="0" y="17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5" name="Freeform 25">
                <a:extLst>
                  <a:ext uri="{FF2B5EF4-FFF2-40B4-BE49-F238E27FC236}">
                    <a16:creationId xmlns:a16="http://schemas.microsoft.com/office/drawing/2014/main" id="{5F7E0239-0F84-C052-A963-FB8B35036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1445" y="1768262"/>
                <a:ext cx="74179" cy="164720"/>
              </a:xfrm>
              <a:custGeom>
                <a:avLst/>
                <a:gdLst>
                  <a:gd name="T0" fmla="*/ 18 w 50"/>
                  <a:gd name="T1" fmla="*/ 0 h 111"/>
                  <a:gd name="T2" fmla="*/ 14 w 50"/>
                  <a:gd name="T3" fmla="*/ 1 h 111"/>
                  <a:gd name="T4" fmla="*/ 9 w 50"/>
                  <a:gd name="T5" fmla="*/ 1 h 111"/>
                  <a:gd name="T6" fmla="*/ 9 w 50"/>
                  <a:gd name="T7" fmla="*/ 6 h 111"/>
                  <a:gd name="T8" fmla="*/ 8 w 50"/>
                  <a:gd name="T9" fmla="*/ 9 h 111"/>
                  <a:gd name="T10" fmla="*/ 6 w 50"/>
                  <a:gd name="T11" fmla="*/ 13 h 111"/>
                  <a:gd name="T12" fmla="*/ 9 w 50"/>
                  <a:gd name="T13" fmla="*/ 17 h 111"/>
                  <a:gd name="T14" fmla="*/ 9 w 50"/>
                  <a:gd name="T15" fmla="*/ 25 h 111"/>
                  <a:gd name="T16" fmla="*/ 9 w 50"/>
                  <a:gd name="T17" fmla="*/ 30 h 111"/>
                  <a:gd name="T18" fmla="*/ 12 w 50"/>
                  <a:gd name="T19" fmla="*/ 34 h 111"/>
                  <a:gd name="T20" fmla="*/ 12 w 50"/>
                  <a:gd name="T21" fmla="*/ 38 h 111"/>
                  <a:gd name="T22" fmla="*/ 3 w 50"/>
                  <a:gd name="T23" fmla="*/ 45 h 111"/>
                  <a:gd name="T24" fmla="*/ 3 w 50"/>
                  <a:gd name="T25" fmla="*/ 58 h 111"/>
                  <a:gd name="T26" fmla="*/ 0 w 50"/>
                  <a:gd name="T27" fmla="*/ 73 h 111"/>
                  <a:gd name="T28" fmla="*/ 1 w 50"/>
                  <a:gd name="T29" fmla="*/ 84 h 111"/>
                  <a:gd name="T30" fmla="*/ 2 w 50"/>
                  <a:gd name="T31" fmla="*/ 95 h 111"/>
                  <a:gd name="T32" fmla="*/ 1 w 50"/>
                  <a:gd name="T33" fmla="*/ 104 h 111"/>
                  <a:gd name="T34" fmla="*/ 3 w 50"/>
                  <a:gd name="T35" fmla="*/ 111 h 111"/>
                  <a:gd name="T36" fmla="*/ 40 w 50"/>
                  <a:gd name="T37" fmla="*/ 102 h 111"/>
                  <a:gd name="T38" fmla="*/ 41 w 50"/>
                  <a:gd name="T39" fmla="*/ 97 h 111"/>
                  <a:gd name="T40" fmla="*/ 49 w 50"/>
                  <a:gd name="T41" fmla="*/ 94 h 111"/>
                  <a:gd name="T42" fmla="*/ 48 w 50"/>
                  <a:gd name="T43" fmla="*/ 91 h 111"/>
                  <a:gd name="T44" fmla="*/ 50 w 50"/>
                  <a:gd name="T45" fmla="*/ 83 h 111"/>
                  <a:gd name="T46" fmla="*/ 50 w 50"/>
                  <a:gd name="T47" fmla="*/ 83 h 111"/>
                  <a:gd name="T48" fmla="*/ 41 w 50"/>
                  <a:gd name="T49" fmla="*/ 75 h 111"/>
                  <a:gd name="T50" fmla="*/ 18 w 50"/>
                  <a:gd name="T51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111">
                    <a:moveTo>
                      <a:pt x="18" y="0"/>
                    </a:moveTo>
                    <a:lnTo>
                      <a:pt x="14" y="1"/>
                    </a:lnTo>
                    <a:lnTo>
                      <a:pt x="9" y="1"/>
                    </a:lnTo>
                    <a:lnTo>
                      <a:pt x="9" y="6"/>
                    </a:lnTo>
                    <a:lnTo>
                      <a:pt x="8" y="9"/>
                    </a:lnTo>
                    <a:lnTo>
                      <a:pt x="6" y="13"/>
                    </a:lnTo>
                    <a:lnTo>
                      <a:pt x="9" y="17"/>
                    </a:lnTo>
                    <a:lnTo>
                      <a:pt x="9" y="25"/>
                    </a:lnTo>
                    <a:lnTo>
                      <a:pt x="9" y="30"/>
                    </a:lnTo>
                    <a:lnTo>
                      <a:pt x="12" y="34"/>
                    </a:lnTo>
                    <a:lnTo>
                      <a:pt x="12" y="38"/>
                    </a:lnTo>
                    <a:lnTo>
                      <a:pt x="3" y="45"/>
                    </a:lnTo>
                    <a:lnTo>
                      <a:pt x="3" y="58"/>
                    </a:lnTo>
                    <a:lnTo>
                      <a:pt x="0" y="73"/>
                    </a:lnTo>
                    <a:lnTo>
                      <a:pt x="1" y="84"/>
                    </a:lnTo>
                    <a:lnTo>
                      <a:pt x="2" y="95"/>
                    </a:lnTo>
                    <a:lnTo>
                      <a:pt x="1" y="104"/>
                    </a:lnTo>
                    <a:lnTo>
                      <a:pt x="3" y="111"/>
                    </a:lnTo>
                    <a:lnTo>
                      <a:pt x="40" y="102"/>
                    </a:lnTo>
                    <a:lnTo>
                      <a:pt x="41" y="97"/>
                    </a:lnTo>
                    <a:lnTo>
                      <a:pt x="49" y="94"/>
                    </a:lnTo>
                    <a:lnTo>
                      <a:pt x="48" y="91"/>
                    </a:lnTo>
                    <a:lnTo>
                      <a:pt x="50" y="83"/>
                    </a:lnTo>
                    <a:lnTo>
                      <a:pt x="50" y="83"/>
                    </a:lnTo>
                    <a:lnTo>
                      <a:pt x="41" y="75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6" name="Freeform 26">
                <a:extLst>
                  <a:ext uri="{FF2B5EF4-FFF2-40B4-BE49-F238E27FC236}">
                    <a16:creationId xmlns:a16="http://schemas.microsoft.com/office/drawing/2014/main" id="{1D81F050-0559-4607-5642-7C0296817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68598"/>
                <a:ext cx="83081" cy="75682"/>
              </a:xfrm>
              <a:custGeom>
                <a:avLst/>
                <a:gdLst>
                  <a:gd name="T0" fmla="*/ 4 w 56"/>
                  <a:gd name="T1" fmla="*/ 29 h 51"/>
                  <a:gd name="T2" fmla="*/ 4 w 56"/>
                  <a:gd name="T3" fmla="*/ 36 h 51"/>
                  <a:gd name="T4" fmla="*/ 8 w 56"/>
                  <a:gd name="T5" fmla="*/ 42 h 51"/>
                  <a:gd name="T6" fmla="*/ 4 w 56"/>
                  <a:gd name="T7" fmla="*/ 48 h 51"/>
                  <a:gd name="T8" fmla="*/ 5 w 56"/>
                  <a:gd name="T9" fmla="*/ 51 h 51"/>
                  <a:gd name="T10" fmla="*/ 9 w 56"/>
                  <a:gd name="T11" fmla="*/ 50 h 51"/>
                  <a:gd name="T12" fmla="*/ 13 w 56"/>
                  <a:gd name="T13" fmla="*/ 45 h 51"/>
                  <a:gd name="T14" fmla="*/ 15 w 56"/>
                  <a:gd name="T15" fmla="*/ 44 h 51"/>
                  <a:gd name="T16" fmla="*/ 20 w 56"/>
                  <a:gd name="T17" fmla="*/ 39 h 51"/>
                  <a:gd name="T18" fmla="*/ 25 w 56"/>
                  <a:gd name="T19" fmla="*/ 36 h 51"/>
                  <a:gd name="T20" fmla="*/ 33 w 56"/>
                  <a:gd name="T21" fmla="*/ 36 h 51"/>
                  <a:gd name="T22" fmla="*/ 37 w 56"/>
                  <a:gd name="T23" fmla="*/ 34 h 51"/>
                  <a:gd name="T24" fmla="*/ 39 w 56"/>
                  <a:gd name="T25" fmla="*/ 32 h 51"/>
                  <a:gd name="T26" fmla="*/ 44 w 56"/>
                  <a:gd name="T27" fmla="*/ 30 h 51"/>
                  <a:gd name="T28" fmla="*/ 49 w 56"/>
                  <a:gd name="T29" fmla="*/ 28 h 51"/>
                  <a:gd name="T30" fmla="*/ 55 w 56"/>
                  <a:gd name="T31" fmla="*/ 28 h 51"/>
                  <a:gd name="T32" fmla="*/ 56 w 56"/>
                  <a:gd name="T33" fmla="*/ 26 h 51"/>
                  <a:gd name="T34" fmla="*/ 50 w 56"/>
                  <a:gd name="T35" fmla="*/ 0 h 51"/>
                  <a:gd name="T36" fmla="*/ 24 w 56"/>
                  <a:gd name="T37" fmla="*/ 5 h 51"/>
                  <a:gd name="T38" fmla="*/ 0 w 56"/>
                  <a:gd name="T39" fmla="*/ 9 h 51"/>
                  <a:gd name="T40" fmla="*/ 0 w 56"/>
                  <a:gd name="T41" fmla="*/ 10 h 51"/>
                  <a:gd name="T42" fmla="*/ 4 w 56"/>
                  <a:gd name="T43" fmla="*/ 2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6" h="51">
                    <a:moveTo>
                      <a:pt x="4" y="29"/>
                    </a:moveTo>
                    <a:lnTo>
                      <a:pt x="4" y="36"/>
                    </a:lnTo>
                    <a:lnTo>
                      <a:pt x="8" y="42"/>
                    </a:lnTo>
                    <a:lnTo>
                      <a:pt x="4" y="48"/>
                    </a:lnTo>
                    <a:lnTo>
                      <a:pt x="5" y="51"/>
                    </a:lnTo>
                    <a:lnTo>
                      <a:pt x="9" y="50"/>
                    </a:lnTo>
                    <a:lnTo>
                      <a:pt x="13" y="45"/>
                    </a:lnTo>
                    <a:lnTo>
                      <a:pt x="15" y="44"/>
                    </a:lnTo>
                    <a:lnTo>
                      <a:pt x="20" y="39"/>
                    </a:lnTo>
                    <a:lnTo>
                      <a:pt x="25" y="36"/>
                    </a:lnTo>
                    <a:lnTo>
                      <a:pt x="33" y="36"/>
                    </a:lnTo>
                    <a:lnTo>
                      <a:pt x="37" y="34"/>
                    </a:lnTo>
                    <a:lnTo>
                      <a:pt x="39" y="32"/>
                    </a:lnTo>
                    <a:lnTo>
                      <a:pt x="44" y="30"/>
                    </a:lnTo>
                    <a:lnTo>
                      <a:pt x="49" y="28"/>
                    </a:lnTo>
                    <a:lnTo>
                      <a:pt x="55" y="28"/>
                    </a:lnTo>
                    <a:lnTo>
                      <a:pt x="56" y="26"/>
                    </a:lnTo>
                    <a:lnTo>
                      <a:pt x="50" y="0"/>
                    </a:lnTo>
                    <a:lnTo>
                      <a:pt x="24" y="5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4" y="2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7" name="Freeform 27">
                <a:extLst>
                  <a:ext uri="{FF2B5EF4-FFF2-40B4-BE49-F238E27FC236}">
                    <a16:creationId xmlns:a16="http://schemas.microsoft.com/office/drawing/2014/main" id="{484AFA52-0F7F-FEB5-1B55-D0AFD03FF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7437" y="1961177"/>
                <a:ext cx="35606" cy="46003"/>
              </a:xfrm>
              <a:custGeom>
                <a:avLst/>
                <a:gdLst>
                  <a:gd name="T0" fmla="*/ 23 w 24"/>
                  <a:gd name="T1" fmla="*/ 15 h 31"/>
                  <a:gd name="T2" fmla="*/ 21 w 24"/>
                  <a:gd name="T3" fmla="*/ 13 h 31"/>
                  <a:gd name="T4" fmla="*/ 21 w 24"/>
                  <a:gd name="T5" fmla="*/ 12 h 31"/>
                  <a:gd name="T6" fmla="*/ 18 w 24"/>
                  <a:gd name="T7" fmla="*/ 11 h 31"/>
                  <a:gd name="T8" fmla="*/ 16 w 24"/>
                  <a:gd name="T9" fmla="*/ 10 h 31"/>
                  <a:gd name="T10" fmla="*/ 16 w 24"/>
                  <a:gd name="T11" fmla="*/ 7 h 31"/>
                  <a:gd name="T12" fmla="*/ 13 w 24"/>
                  <a:gd name="T13" fmla="*/ 5 h 31"/>
                  <a:gd name="T14" fmla="*/ 10 w 24"/>
                  <a:gd name="T15" fmla="*/ 0 h 31"/>
                  <a:gd name="T16" fmla="*/ 0 w 24"/>
                  <a:gd name="T17" fmla="*/ 5 h 31"/>
                  <a:gd name="T18" fmla="*/ 6 w 24"/>
                  <a:gd name="T19" fmla="*/ 31 h 31"/>
                  <a:gd name="T20" fmla="*/ 8 w 24"/>
                  <a:gd name="T21" fmla="*/ 29 h 31"/>
                  <a:gd name="T22" fmla="*/ 10 w 24"/>
                  <a:gd name="T23" fmla="*/ 28 h 31"/>
                  <a:gd name="T24" fmla="*/ 14 w 24"/>
                  <a:gd name="T25" fmla="*/ 26 h 31"/>
                  <a:gd name="T26" fmla="*/ 14 w 24"/>
                  <a:gd name="T27" fmla="*/ 23 h 31"/>
                  <a:gd name="T28" fmla="*/ 14 w 24"/>
                  <a:gd name="T29" fmla="*/ 22 h 31"/>
                  <a:gd name="T30" fmla="*/ 14 w 24"/>
                  <a:gd name="T31" fmla="*/ 20 h 31"/>
                  <a:gd name="T32" fmla="*/ 14 w 24"/>
                  <a:gd name="T33" fmla="*/ 17 h 31"/>
                  <a:gd name="T34" fmla="*/ 14 w 24"/>
                  <a:gd name="T35" fmla="*/ 15 h 31"/>
                  <a:gd name="T36" fmla="*/ 14 w 24"/>
                  <a:gd name="T37" fmla="*/ 14 h 31"/>
                  <a:gd name="T38" fmla="*/ 15 w 24"/>
                  <a:gd name="T39" fmla="*/ 13 h 31"/>
                  <a:gd name="T40" fmla="*/ 16 w 24"/>
                  <a:gd name="T41" fmla="*/ 13 h 31"/>
                  <a:gd name="T42" fmla="*/ 19 w 24"/>
                  <a:gd name="T43" fmla="*/ 14 h 31"/>
                  <a:gd name="T44" fmla="*/ 19 w 24"/>
                  <a:gd name="T45" fmla="*/ 16 h 31"/>
                  <a:gd name="T46" fmla="*/ 21 w 24"/>
                  <a:gd name="T47" fmla="*/ 20 h 31"/>
                  <a:gd name="T48" fmla="*/ 21 w 24"/>
                  <a:gd name="T49" fmla="*/ 21 h 31"/>
                  <a:gd name="T50" fmla="*/ 22 w 24"/>
                  <a:gd name="T51" fmla="*/ 22 h 31"/>
                  <a:gd name="T52" fmla="*/ 24 w 24"/>
                  <a:gd name="T53" fmla="*/ 21 h 31"/>
                  <a:gd name="T54" fmla="*/ 24 w 24"/>
                  <a:gd name="T55" fmla="*/ 20 h 31"/>
                  <a:gd name="T56" fmla="*/ 24 w 24"/>
                  <a:gd name="T57" fmla="*/ 19 h 31"/>
                  <a:gd name="T58" fmla="*/ 23 w 24"/>
                  <a:gd name="T59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" h="31">
                    <a:moveTo>
                      <a:pt x="23" y="15"/>
                    </a:moveTo>
                    <a:lnTo>
                      <a:pt x="21" y="13"/>
                    </a:lnTo>
                    <a:lnTo>
                      <a:pt x="21" y="12"/>
                    </a:lnTo>
                    <a:lnTo>
                      <a:pt x="18" y="11"/>
                    </a:lnTo>
                    <a:lnTo>
                      <a:pt x="16" y="10"/>
                    </a:lnTo>
                    <a:lnTo>
                      <a:pt x="16" y="7"/>
                    </a:lnTo>
                    <a:lnTo>
                      <a:pt x="13" y="5"/>
                    </a:lnTo>
                    <a:lnTo>
                      <a:pt x="10" y="0"/>
                    </a:lnTo>
                    <a:lnTo>
                      <a:pt x="0" y="5"/>
                    </a:lnTo>
                    <a:lnTo>
                      <a:pt x="6" y="31"/>
                    </a:lnTo>
                    <a:lnTo>
                      <a:pt x="8" y="29"/>
                    </a:lnTo>
                    <a:lnTo>
                      <a:pt x="10" y="28"/>
                    </a:lnTo>
                    <a:lnTo>
                      <a:pt x="14" y="26"/>
                    </a:lnTo>
                    <a:lnTo>
                      <a:pt x="14" y="23"/>
                    </a:lnTo>
                    <a:lnTo>
                      <a:pt x="14" y="22"/>
                    </a:lnTo>
                    <a:lnTo>
                      <a:pt x="14" y="20"/>
                    </a:lnTo>
                    <a:lnTo>
                      <a:pt x="14" y="17"/>
                    </a:lnTo>
                    <a:lnTo>
                      <a:pt x="14" y="15"/>
                    </a:lnTo>
                    <a:lnTo>
                      <a:pt x="14" y="14"/>
                    </a:lnTo>
                    <a:lnTo>
                      <a:pt x="15" y="13"/>
                    </a:lnTo>
                    <a:lnTo>
                      <a:pt x="16" y="13"/>
                    </a:lnTo>
                    <a:lnTo>
                      <a:pt x="19" y="14"/>
                    </a:lnTo>
                    <a:lnTo>
                      <a:pt x="19" y="16"/>
                    </a:lnTo>
                    <a:lnTo>
                      <a:pt x="21" y="20"/>
                    </a:lnTo>
                    <a:lnTo>
                      <a:pt x="21" y="21"/>
                    </a:lnTo>
                    <a:lnTo>
                      <a:pt x="22" y="22"/>
                    </a:lnTo>
                    <a:lnTo>
                      <a:pt x="24" y="21"/>
                    </a:lnTo>
                    <a:lnTo>
                      <a:pt x="24" y="20"/>
                    </a:lnTo>
                    <a:lnTo>
                      <a:pt x="24" y="19"/>
                    </a:lnTo>
                    <a:lnTo>
                      <a:pt x="23" y="1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9" name="Freeform 28">
                <a:extLst>
                  <a:ext uri="{FF2B5EF4-FFF2-40B4-BE49-F238E27FC236}">
                    <a16:creationId xmlns:a16="http://schemas.microsoft.com/office/drawing/2014/main" id="{F340B6E1-540B-565E-E0B2-70D60A24D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07754"/>
                <a:ext cx="161710" cy="81618"/>
              </a:xfrm>
              <a:custGeom>
                <a:avLst/>
                <a:gdLst>
                  <a:gd name="T0" fmla="*/ 105 w 109"/>
                  <a:gd name="T1" fmla="*/ 32 h 55"/>
                  <a:gd name="T2" fmla="*/ 101 w 109"/>
                  <a:gd name="T3" fmla="*/ 29 h 55"/>
                  <a:gd name="T4" fmla="*/ 97 w 109"/>
                  <a:gd name="T5" fmla="*/ 25 h 55"/>
                  <a:gd name="T6" fmla="*/ 97 w 109"/>
                  <a:gd name="T7" fmla="*/ 29 h 55"/>
                  <a:gd name="T8" fmla="*/ 102 w 109"/>
                  <a:gd name="T9" fmla="*/ 35 h 55"/>
                  <a:gd name="T10" fmla="*/ 95 w 109"/>
                  <a:gd name="T11" fmla="*/ 36 h 55"/>
                  <a:gd name="T12" fmla="*/ 88 w 109"/>
                  <a:gd name="T13" fmla="*/ 37 h 55"/>
                  <a:gd name="T14" fmla="*/ 85 w 109"/>
                  <a:gd name="T15" fmla="*/ 35 h 55"/>
                  <a:gd name="T16" fmla="*/ 81 w 109"/>
                  <a:gd name="T17" fmla="*/ 32 h 55"/>
                  <a:gd name="T18" fmla="*/ 81 w 109"/>
                  <a:gd name="T19" fmla="*/ 27 h 55"/>
                  <a:gd name="T20" fmla="*/ 73 w 109"/>
                  <a:gd name="T21" fmla="*/ 22 h 55"/>
                  <a:gd name="T22" fmla="*/ 69 w 109"/>
                  <a:gd name="T23" fmla="*/ 22 h 55"/>
                  <a:gd name="T24" fmla="*/ 68 w 109"/>
                  <a:gd name="T25" fmla="*/ 16 h 55"/>
                  <a:gd name="T26" fmla="*/ 71 w 109"/>
                  <a:gd name="T27" fmla="*/ 13 h 55"/>
                  <a:gd name="T28" fmla="*/ 77 w 109"/>
                  <a:gd name="T29" fmla="*/ 9 h 55"/>
                  <a:gd name="T30" fmla="*/ 76 w 109"/>
                  <a:gd name="T31" fmla="*/ 6 h 55"/>
                  <a:gd name="T32" fmla="*/ 71 w 109"/>
                  <a:gd name="T33" fmla="*/ 6 h 55"/>
                  <a:gd name="T34" fmla="*/ 68 w 109"/>
                  <a:gd name="T35" fmla="*/ 0 h 55"/>
                  <a:gd name="T36" fmla="*/ 59 w 109"/>
                  <a:gd name="T37" fmla="*/ 8 h 55"/>
                  <a:gd name="T38" fmla="*/ 0 w 109"/>
                  <a:gd name="T39" fmla="*/ 20 h 55"/>
                  <a:gd name="T40" fmla="*/ 0 w 109"/>
                  <a:gd name="T41" fmla="*/ 50 h 55"/>
                  <a:gd name="T42" fmla="*/ 50 w 109"/>
                  <a:gd name="T43" fmla="*/ 41 h 55"/>
                  <a:gd name="T44" fmla="*/ 63 w 109"/>
                  <a:gd name="T45" fmla="*/ 41 h 55"/>
                  <a:gd name="T46" fmla="*/ 66 w 109"/>
                  <a:gd name="T47" fmla="*/ 46 h 55"/>
                  <a:gd name="T48" fmla="*/ 71 w 109"/>
                  <a:gd name="T49" fmla="*/ 48 h 55"/>
                  <a:gd name="T50" fmla="*/ 73 w 109"/>
                  <a:gd name="T51" fmla="*/ 51 h 55"/>
                  <a:gd name="T52" fmla="*/ 74 w 109"/>
                  <a:gd name="T53" fmla="*/ 55 h 55"/>
                  <a:gd name="T54" fmla="*/ 77 w 109"/>
                  <a:gd name="T55" fmla="*/ 55 h 55"/>
                  <a:gd name="T56" fmla="*/ 79 w 109"/>
                  <a:gd name="T57" fmla="*/ 49 h 55"/>
                  <a:gd name="T58" fmla="*/ 82 w 109"/>
                  <a:gd name="T59" fmla="*/ 45 h 55"/>
                  <a:gd name="T60" fmla="*/ 86 w 109"/>
                  <a:gd name="T61" fmla="*/ 46 h 55"/>
                  <a:gd name="T62" fmla="*/ 87 w 109"/>
                  <a:gd name="T63" fmla="*/ 51 h 55"/>
                  <a:gd name="T64" fmla="*/ 92 w 109"/>
                  <a:gd name="T65" fmla="*/ 47 h 55"/>
                  <a:gd name="T66" fmla="*/ 94 w 109"/>
                  <a:gd name="T67" fmla="*/ 45 h 55"/>
                  <a:gd name="T68" fmla="*/ 101 w 109"/>
                  <a:gd name="T69" fmla="*/ 43 h 55"/>
                  <a:gd name="T70" fmla="*/ 106 w 109"/>
                  <a:gd name="T71" fmla="*/ 40 h 55"/>
                  <a:gd name="T72" fmla="*/ 109 w 109"/>
                  <a:gd name="T73" fmla="*/ 3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9" h="55">
                    <a:moveTo>
                      <a:pt x="107" y="35"/>
                    </a:moveTo>
                    <a:lnTo>
                      <a:pt x="105" y="32"/>
                    </a:lnTo>
                    <a:lnTo>
                      <a:pt x="104" y="31"/>
                    </a:lnTo>
                    <a:lnTo>
                      <a:pt x="101" y="29"/>
                    </a:lnTo>
                    <a:lnTo>
                      <a:pt x="98" y="27"/>
                    </a:lnTo>
                    <a:lnTo>
                      <a:pt x="97" y="25"/>
                    </a:lnTo>
                    <a:lnTo>
                      <a:pt x="96" y="27"/>
                    </a:lnTo>
                    <a:lnTo>
                      <a:pt x="97" y="29"/>
                    </a:lnTo>
                    <a:lnTo>
                      <a:pt x="100" y="32"/>
                    </a:lnTo>
                    <a:lnTo>
                      <a:pt x="102" y="35"/>
                    </a:lnTo>
                    <a:lnTo>
                      <a:pt x="99" y="36"/>
                    </a:lnTo>
                    <a:lnTo>
                      <a:pt x="95" y="36"/>
                    </a:lnTo>
                    <a:lnTo>
                      <a:pt x="89" y="39"/>
                    </a:lnTo>
                    <a:lnTo>
                      <a:pt x="88" y="37"/>
                    </a:lnTo>
                    <a:lnTo>
                      <a:pt x="87" y="36"/>
                    </a:lnTo>
                    <a:lnTo>
                      <a:pt x="85" y="35"/>
                    </a:lnTo>
                    <a:lnTo>
                      <a:pt x="82" y="33"/>
                    </a:lnTo>
                    <a:lnTo>
                      <a:pt x="81" y="32"/>
                    </a:lnTo>
                    <a:lnTo>
                      <a:pt x="82" y="30"/>
                    </a:lnTo>
                    <a:lnTo>
                      <a:pt x="81" y="27"/>
                    </a:lnTo>
                    <a:lnTo>
                      <a:pt x="77" y="24"/>
                    </a:lnTo>
                    <a:lnTo>
                      <a:pt x="73" y="22"/>
                    </a:lnTo>
                    <a:lnTo>
                      <a:pt x="71" y="22"/>
                    </a:lnTo>
                    <a:lnTo>
                      <a:pt x="69" y="22"/>
                    </a:lnTo>
                    <a:lnTo>
                      <a:pt x="68" y="20"/>
                    </a:lnTo>
                    <a:lnTo>
                      <a:pt x="68" y="16"/>
                    </a:lnTo>
                    <a:lnTo>
                      <a:pt x="70" y="14"/>
                    </a:lnTo>
                    <a:lnTo>
                      <a:pt x="71" y="13"/>
                    </a:lnTo>
                    <a:lnTo>
                      <a:pt x="73" y="11"/>
                    </a:lnTo>
                    <a:lnTo>
                      <a:pt x="77" y="9"/>
                    </a:lnTo>
                    <a:lnTo>
                      <a:pt x="77" y="8"/>
                    </a:lnTo>
                    <a:lnTo>
                      <a:pt x="76" y="6"/>
                    </a:lnTo>
                    <a:lnTo>
                      <a:pt x="73" y="6"/>
                    </a:lnTo>
                    <a:lnTo>
                      <a:pt x="71" y="6"/>
                    </a:lnTo>
                    <a:lnTo>
                      <a:pt x="70" y="3"/>
                    </a:lnTo>
                    <a:lnTo>
                      <a:pt x="68" y="0"/>
                    </a:lnTo>
                    <a:lnTo>
                      <a:pt x="60" y="3"/>
                    </a:lnTo>
                    <a:lnTo>
                      <a:pt x="59" y="8"/>
                    </a:lnTo>
                    <a:lnTo>
                      <a:pt x="22" y="17"/>
                    </a:lnTo>
                    <a:lnTo>
                      <a:pt x="0" y="20"/>
                    </a:lnTo>
                    <a:lnTo>
                      <a:pt x="0" y="33"/>
                    </a:lnTo>
                    <a:lnTo>
                      <a:pt x="0" y="50"/>
                    </a:lnTo>
                    <a:lnTo>
                      <a:pt x="24" y="46"/>
                    </a:lnTo>
                    <a:lnTo>
                      <a:pt x="50" y="41"/>
                    </a:lnTo>
                    <a:lnTo>
                      <a:pt x="60" y="36"/>
                    </a:lnTo>
                    <a:lnTo>
                      <a:pt x="63" y="41"/>
                    </a:lnTo>
                    <a:lnTo>
                      <a:pt x="66" y="43"/>
                    </a:lnTo>
                    <a:lnTo>
                      <a:pt x="66" y="46"/>
                    </a:lnTo>
                    <a:lnTo>
                      <a:pt x="68" y="47"/>
                    </a:lnTo>
                    <a:lnTo>
                      <a:pt x="71" y="48"/>
                    </a:lnTo>
                    <a:lnTo>
                      <a:pt x="71" y="49"/>
                    </a:lnTo>
                    <a:lnTo>
                      <a:pt x="73" y="51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6" y="55"/>
                    </a:lnTo>
                    <a:lnTo>
                      <a:pt x="77" y="55"/>
                    </a:lnTo>
                    <a:lnTo>
                      <a:pt x="79" y="53"/>
                    </a:lnTo>
                    <a:lnTo>
                      <a:pt x="79" y="49"/>
                    </a:lnTo>
                    <a:lnTo>
                      <a:pt x="82" y="47"/>
                    </a:lnTo>
                    <a:lnTo>
                      <a:pt x="82" y="45"/>
                    </a:lnTo>
                    <a:lnTo>
                      <a:pt x="85" y="43"/>
                    </a:lnTo>
                    <a:lnTo>
                      <a:pt x="86" y="46"/>
                    </a:lnTo>
                    <a:lnTo>
                      <a:pt x="87" y="49"/>
                    </a:lnTo>
                    <a:lnTo>
                      <a:pt x="87" y="51"/>
                    </a:lnTo>
                    <a:lnTo>
                      <a:pt x="90" y="49"/>
                    </a:lnTo>
                    <a:lnTo>
                      <a:pt x="92" y="47"/>
                    </a:lnTo>
                    <a:lnTo>
                      <a:pt x="92" y="45"/>
                    </a:lnTo>
                    <a:lnTo>
                      <a:pt x="94" y="45"/>
                    </a:lnTo>
                    <a:lnTo>
                      <a:pt x="97" y="43"/>
                    </a:lnTo>
                    <a:lnTo>
                      <a:pt x="101" y="43"/>
                    </a:lnTo>
                    <a:lnTo>
                      <a:pt x="103" y="41"/>
                    </a:lnTo>
                    <a:lnTo>
                      <a:pt x="106" y="40"/>
                    </a:lnTo>
                    <a:lnTo>
                      <a:pt x="108" y="38"/>
                    </a:lnTo>
                    <a:lnTo>
                      <a:pt x="109" y="36"/>
                    </a:lnTo>
                    <a:lnTo>
                      <a:pt x="107" y="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0" name="Freeform 29">
                <a:extLst>
                  <a:ext uri="{FF2B5EF4-FFF2-40B4-BE49-F238E27FC236}">
                    <a16:creationId xmlns:a16="http://schemas.microsoft.com/office/drawing/2014/main" id="{AF4819B1-84A5-EE42-E7A4-55FE6D4C5D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97878" y="1983437"/>
                <a:ext cx="14835" cy="10389"/>
              </a:xfrm>
              <a:custGeom>
                <a:avLst/>
                <a:gdLst>
                  <a:gd name="T0" fmla="*/ 3 w 12"/>
                  <a:gd name="T1" fmla="*/ 9 h 9"/>
                  <a:gd name="T2" fmla="*/ 7 w 12"/>
                  <a:gd name="T3" fmla="*/ 9 h 9"/>
                  <a:gd name="T4" fmla="*/ 10 w 12"/>
                  <a:gd name="T5" fmla="*/ 6 h 9"/>
                  <a:gd name="T6" fmla="*/ 12 w 12"/>
                  <a:gd name="T7" fmla="*/ 4 h 9"/>
                  <a:gd name="T8" fmla="*/ 8 w 12"/>
                  <a:gd name="T9" fmla="*/ 2 h 9"/>
                  <a:gd name="T10" fmla="*/ 4 w 12"/>
                  <a:gd name="T11" fmla="*/ 1 h 9"/>
                  <a:gd name="T12" fmla="*/ 0 w 12"/>
                  <a:gd name="T13" fmla="*/ 7 h 9"/>
                  <a:gd name="T14" fmla="*/ 3 w 12"/>
                  <a:gd name="T1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9">
                    <a:moveTo>
                      <a:pt x="3" y="9"/>
                    </a:moveTo>
                    <a:cubicBezTo>
                      <a:pt x="7" y="9"/>
                      <a:pt x="7" y="9"/>
                      <a:pt x="7" y="9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5" y="0"/>
                      <a:pt x="4" y="1"/>
                    </a:cubicBezTo>
                    <a:cubicBezTo>
                      <a:pt x="4" y="2"/>
                      <a:pt x="0" y="7"/>
                      <a:pt x="0" y="7"/>
                    </a:cubicBezTo>
                    <a:lnTo>
                      <a:pt x="3" y="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1" name="Freeform 30">
                <a:extLst>
                  <a:ext uri="{FF2B5EF4-FFF2-40B4-BE49-F238E27FC236}">
                    <a16:creationId xmlns:a16="http://schemas.microsoft.com/office/drawing/2014/main" id="{B56D5CD7-9F5C-5996-F1DA-C44A9C8BA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10946" y="2039828"/>
                <a:ext cx="62310" cy="139492"/>
              </a:xfrm>
              <a:custGeom>
                <a:avLst/>
                <a:gdLst>
                  <a:gd name="T0" fmla="*/ 36 w 42"/>
                  <a:gd name="T1" fmla="*/ 13 h 94"/>
                  <a:gd name="T2" fmla="*/ 36 w 42"/>
                  <a:gd name="T3" fmla="*/ 9 h 94"/>
                  <a:gd name="T4" fmla="*/ 34 w 42"/>
                  <a:gd name="T5" fmla="*/ 7 h 94"/>
                  <a:gd name="T6" fmla="*/ 21 w 42"/>
                  <a:gd name="T7" fmla="*/ 3 h 94"/>
                  <a:gd name="T8" fmla="*/ 9 w 42"/>
                  <a:gd name="T9" fmla="*/ 0 h 94"/>
                  <a:gd name="T10" fmla="*/ 8 w 42"/>
                  <a:gd name="T11" fmla="*/ 3 h 94"/>
                  <a:gd name="T12" fmla="*/ 6 w 42"/>
                  <a:gd name="T13" fmla="*/ 7 h 94"/>
                  <a:gd name="T14" fmla="*/ 3 w 42"/>
                  <a:gd name="T15" fmla="*/ 9 h 94"/>
                  <a:gd name="T16" fmla="*/ 2 w 42"/>
                  <a:gd name="T17" fmla="*/ 14 h 94"/>
                  <a:gd name="T18" fmla="*/ 3 w 42"/>
                  <a:gd name="T19" fmla="*/ 20 h 94"/>
                  <a:gd name="T20" fmla="*/ 3 w 42"/>
                  <a:gd name="T21" fmla="*/ 25 h 94"/>
                  <a:gd name="T22" fmla="*/ 2 w 42"/>
                  <a:gd name="T23" fmla="*/ 30 h 94"/>
                  <a:gd name="T24" fmla="*/ 5 w 42"/>
                  <a:gd name="T25" fmla="*/ 32 h 94"/>
                  <a:gd name="T26" fmla="*/ 9 w 42"/>
                  <a:gd name="T27" fmla="*/ 34 h 94"/>
                  <a:gd name="T28" fmla="*/ 11 w 42"/>
                  <a:gd name="T29" fmla="*/ 38 h 94"/>
                  <a:gd name="T30" fmla="*/ 15 w 42"/>
                  <a:gd name="T31" fmla="*/ 42 h 94"/>
                  <a:gd name="T32" fmla="*/ 20 w 42"/>
                  <a:gd name="T33" fmla="*/ 46 h 94"/>
                  <a:gd name="T34" fmla="*/ 20 w 42"/>
                  <a:gd name="T35" fmla="*/ 47 h 94"/>
                  <a:gd name="T36" fmla="*/ 18 w 42"/>
                  <a:gd name="T37" fmla="*/ 53 h 94"/>
                  <a:gd name="T38" fmla="*/ 10 w 42"/>
                  <a:gd name="T39" fmla="*/ 58 h 94"/>
                  <a:gd name="T40" fmla="*/ 3 w 42"/>
                  <a:gd name="T41" fmla="*/ 64 h 94"/>
                  <a:gd name="T42" fmla="*/ 2 w 42"/>
                  <a:gd name="T43" fmla="*/ 67 h 94"/>
                  <a:gd name="T44" fmla="*/ 0 w 42"/>
                  <a:gd name="T45" fmla="*/ 72 h 94"/>
                  <a:gd name="T46" fmla="*/ 1 w 42"/>
                  <a:gd name="T47" fmla="*/ 75 h 94"/>
                  <a:gd name="T48" fmla="*/ 3 w 42"/>
                  <a:gd name="T49" fmla="*/ 79 h 94"/>
                  <a:gd name="T50" fmla="*/ 8 w 42"/>
                  <a:gd name="T51" fmla="*/ 83 h 94"/>
                  <a:gd name="T52" fmla="*/ 12 w 42"/>
                  <a:gd name="T53" fmla="*/ 85 h 94"/>
                  <a:gd name="T54" fmla="*/ 15 w 42"/>
                  <a:gd name="T55" fmla="*/ 86 h 94"/>
                  <a:gd name="T56" fmla="*/ 20 w 42"/>
                  <a:gd name="T57" fmla="*/ 86 h 94"/>
                  <a:gd name="T58" fmla="*/ 24 w 42"/>
                  <a:gd name="T59" fmla="*/ 86 h 94"/>
                  <a:gd name="T60" fmla="*/ 25 w 42"/>
                  <a:gd name="T61" fmla="*/ 86 h 94"/>
                  <a:gd name="T62" fmla="*/ 24 w 42"/>
                  <a:gd name="T63" fmla="*/ 90 h 94"/>
                  <a:gd name="T64" fmla="*/ 24 w 42"/>
                  <a:gd name="T65" fmla="*/ 93 h 94"/>
                  <a:gd name="T66" fmla="*/ 25 w 42"/>
                  <a:gd name="T67" fmla="*/ 94 h 94"/>
                  <a:gd name="T68" fmla="*/ 26 w 42"/>
                  <a:gd name="T69" fmla="*/ 94 h 94"/>
                  <a:gd name="T70" fmla="*/ 27 w 42"/>
                  <a:gd name="T71" fmla="*/ 87 h 94"/>
                  <a:gd name="T72" fmla="*/ 28 w 42"/>
                  <a:gd name="T73" fmla="*/ 86 h 94"/>
                  <a:gd name="T74" fmla="*/ 31 w 42"/>
                  <a:gd name="T75" fmla="*/ 82 h 94"/>
                  <a:gd name="T76" fmla="*/ 36 w 42"/>
                  <a:gd name="T77" fmla="*/ 78 h 94"/>
                  <a:gd name="T78" fmla="*/ 36 w 42"/>
                  <a:gd name="T79" fmla="*/ 69 h 94"/>
                  <a:gd name="T80" fmla="*/ 36 w 42"/>
                  <a:gd name="T81" fmla="*/ 65 h 94"/>
                  <a:gd name="T82" fmla="*/ 40 w 42"/>
                  <a:gd name="T83" fmla="*/ 61 h 94"/>
                  <a:gd name="T84" fmla="*/ 41 w 42"/>
                  <a:gd name="T85" fmla="*/ 53 h 94"/>
                  <a:gd name="T86" fmla="*/ 42 w 42"/>
                  <a:gd name="T87" fmla="*/ 48 h 94"/>
                  <a:gd name="T88" fmla="*/ 42 w 42"/>
                  <a:gd name="T89" fmla="*/ 40 h 94"/>
                  <a:gd name="T90" fmla="*/ 42 w 42"/>
                  <a:gd name="T91" fmla="*/ 36 h 94"/>
                  <a:gd name="T92" fmla="*/ 40 w 42"/>
                  <a:gd name="T93" fmla="*/ 30 h 94"/>
                  <a:gd name="T94" fmla="*/ 36 w 42"/>
                  <a:gd name="T95" fmla="*/ 30 h 94"/>
                  <a:gd name="T96" fmla="*/ 34 w 42"/>
                  <a:gd name="T97" fmla="*/ 30 h 94"/>
                  <a:gd name="T98" fmla="*/ 35 w 42"/>
                  <a:gd name="T99" fmla="*/ 25 h 94"/>
                  <a:gd name="T100" fmla="*/ 37 w 42"/>
                  <a:gd name="T101" fmla="*/ 20 h 94"/>
                  <a:gd name="T102" fmla="*/ 39 w 42"/>
                  <a:gd name="T103" fmla="*/ 18 h 94"/>
                  <a:gd name="T104" fmla="*/ 38 w 42"/>
                  <a:gd name="T105" fmla="*/ 17 h 94"/>
                  <a:gd name="T106" fmla="*/ 36 w 42"/>
                  <a:gd name="T107" fmla="*/ 1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" h="94">
                    <a:moveTo>
                      <a:pt x="36" y="13"/>
                    </a:moveTo>
                    <a:lnTo>
                      <a:pt x="36" y="9"/>
                    </a:lnTo>
                    <a:lnTo>
                      <a:pt x="34" y="7"/>
                    </a:lnTo>
                    <a:lnTo>
                      <a:pt x="21" y="3"/>
                    </a:lnTo>
                    <a:lnTo>
                      <a:pt x="9" y="0"/>
                    </a:lnTo>
                    <a:lnTo>
                      <a:pt x="8" y="3"/>
                    </a:lnTo>
                    <a:lnTo>
                      <a:pt x="6" y="7"/>
                    </a:lnTo>
                    <a:lnTo>
                      <a:pt x="3" y="9"/>
                    </a:lnTo>
                    <a:lnTo>
                      <a:pt x="2" y="14"/>
                    </a:lnTo>
                    <a:lnTo>
                      <a:pt x="3" y="20"/>
                    </a:lnTo>
                    <a:lnTo>
                      <a:pt x="3" y="25"/>
                    </a:lnTo>
                    <a:lnTo>
                      <a:pt x="2" y="30"/>
                    </a:lnTo>
                    <a:lnTo>
                      <a:pt x="5" y="32"/>
                    </a:lnTo>
                    <a:lnTo>
                      <a:pt x="9" y="34"/>
                    </a:lnTo>
                    <a:lnTo>
                      <a:pt x="11" y="38"/>
                    </a:lnTo>
                    <a:lnTo>
                      <a:pt x="15" y="42"/>
                    </a:lnTo>
                    <a:lnTo>
                      <a:pt x="20" y="46"/>
                    </a:lnTo>
                    <a:lnTo>
                      <a:pt x="20" y="47"/>
                    </a:lnTo>
                    <a:lnTo>
                      <a:pt x="18" y="53"/>
                    </a:lnTo>
                    <a:lnTo>
                      <a:pt x="10" y="58"/>
                    </a:lnTo>
                    <a:lnTo>
                      <a:pt x="3" y="64"/>
                    </a:lnTo>
                    <a:lnTo>
                      <a:pt x="2" y="67"/>
                    </a:lnTo>
                    <a:lnTo>
                      <a:pt x="0" y="72"/>
                    </a:lnTo>
                    <a:lnTo>
                      <a:pt x="1" y="75"/>
                    </a:lnTo>
                    <a:lnTo>
                      <a:pt x="3" y="79"/>
                    </a:lnTo>
                    <a:lnTo>
                      <a:pt x="8" y="83"/>
                    </a:lnTo>
                    <a:lnTo>
                      <a:pt x="12" y="85"/>
                    </a:lnTo>
                    <a:lnTo>
                      <a:pt x="15" y="86"/>
                    </a:lnTo>
                    <a:lnTo>
                      <a:pt x="20" y="86"/>
                    </a:lnTo>
                    <a:lnTo>
                      <a:pt x="24" y="86"/>
                    </a:lnTo>
                    <a:lnTo>
                      <a:pt x="25" y="86"/>
                    </a:lnTo>
                    <a:lnTo>
                      <a:pt x="24" y="90"/>
                    </a:lnTo>
                    <a:lnTo>
                      <a:pt x="24" y="93"/>
                    </a:lnTo>
                    <a:lnTo>
                      <a:pt x="25" y="94"/>
                    </a:lnTo>
                    <a:lnTo>
                      <a:pt x="26" y="94"/>
                    </a:lnTo>
                    <a:lnTo>
                      <a:pt x="27" y="87"/>
                    </a:lnTo>
                    <a:lnTo>
                      <a:pt x="28" y="86"/>
                    </a:lnTo>
                    <a:lnTo>
                      <a:pt x="31" y="82"/>
                    </a:lnTo>
                    <a:lnTo>
                      <a:pt x="36" y="78"/>
                    </a:lnTo>
                    <a:lnTo>
                      <a:pt x="36" y="69"/>
                    </a:lnTo>
                    <a:lnTo>
                      <a:pt x="36" y="65"/>
                    </a:lnTo>
                    <a:lnTo>
                      <a:pt x="40" y="61"/>
                    </a:lnTo>
                    <a:lnTo>
                      <a:pt x="41" y="53"/>
                    </a:lnTo>
                    <a:lnTo>
                      <a:pt x="42" y="48"/>
                    </a:lnTo>
                    <a:lnTo>
                      <a:pt x="42" y="40"/>
                    </a:lnTo>
                    <a:lnTo>
                      <a:pt x="42" y="36"/>
                    </a:lnTo>
                    <a:lnTo>
                      <a:pt x="40" y="30"/>
                    </a:lnTo>
                    <a:lnTo>
                      <a:pt x="36" y="30"/>
                    </a:lnTo>
                    <a:lnTo>
                      <a:pt x="34" y="30"/>
                    </a:lnTo>
                    <a:lnTo>
                      <a:pt x="35" y="25"/>
                    </a:lnTo>
                    <a:lnTo>
                      <a:pt x="37" y="20"/>
                    </a:lnTo>
                    <a:lnTo>
                      <a:pt x="39" y="18"/>
                    </a:lnTo>
                    <a:lnTo>
                      <a:pt x="38" y="17"/>
                    </a:lnTo>
                    <a:lnTo>
                      <a:pt x="36" y="1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2" name="Freeform 31">
                <a:extLst>
                  <a:ext uri="{FF2B5EF4-FFF2-40B4-BE49-F238E27FC236}">
                    <a16:creationId xmlns:a16="http://schemas.microsoft.com/office/drawing/2014/main" id="{31FB5AD1-DEB8-3B7D-B51A-C0F8D00D0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99078" y="2136285"/>
                <a:ext cx="48958" cy="80134"/>
              </a:xfrm>
              <a:custGeom>
                <a:avLst/>
                <a:gdLst>
                  <a:gd name="T0" fmla="*/ 9 w 33"/>
                  <a:gd name="T1" fmla="*/ 10 h 54"/>
                  <a:gd name="T2" fmla="*/ 8 w 33"/>
                  <a:gd name="T3" fmla="*/ 7 h 54"/>
                  <a:gd name="T4" fmla="*/ 10 w 33"/>
                  <a:gd name="T5" fmla="*/ 2 h 54"/>
                  <a:gd name="T6" fmla="*/ 11 w 33"/>
                  <a:gd name="T7" fmla="*/ 1 h 54"/>
                  <a:gd name="T8" fmla="*/ 9 w 33"/>
                  <a:gd name="T9" fmla="*/ 0 h 54"/>
                  <a:gd name="T10" fmla="*/ 6 w 33"/>
                  <a:gd name="T11" fmla="*/ 0 h 54"/>
                  <a:gd name="T12" fmla="*/ 5 w 33"/>
                  <a:gd name="T13" fmla="*/ 0 h 54"/>
                  <a:gd name="T14" fmla="*/ 2 w 33"/>
                  <a:gd name="T15" fmla="*/ 2 h 54"/>
                  <a:gd name="T16" fmla="*/ 0 w 33"/>
                  <a:gd name="T17" fmla="*/ 5 h 54"/>
                  <a:gd name="T18" fmla="*/ 12 w 33"/>
                  <a:gd name="T19" fmla="*/ 54 h 54"/>
                  <a:gd name="T20" fmla="*/ 33 w 33"/>
                  <a:gd name="T21" fmla="*/ 51 h 54"/>
                  <a:gd name="T22" fmla="*/ 32 w 33"/>
                  <a:gd name="T23" fmla="*/ 43 h 54"/>
                  <a:gd name="T24" fmla="*/ 29 w 33"/>
                  <a:gd name="T25" fmla="*/ 40 h 54"/>
                  <a:gd name="T26" fmla="*/ 28 w 33"/>
                  <a:gd name="T27" fmla="*/ 38 h 54"/>
                  <a:gd name="T28" fmla="*/ 26 w 33"/>
                  <a:gd name="T29" fmla="*/ 37 h 54"/>
                  <a:gd name="T30" fmla="*/ 23 w 33"/>
                  <a:gd name="T31" fmla="*/ 34 h 54"/>
                  <a:gd name="T32" fmla="*/ 20 w 33"/>
                  <a:gd name="T33" fmla="*/ 32 h 54"/>
                  <a:gd name="T34" fmla="*/ 18 w 33"/>
                  <a:gd name="T35" fmla="*/ 28 h 54"/>
                  <a:gd name="T36" fmla="*/ 16 w 33"/>
                  <a:gd name="T37" fmla="*/ 24 h 54"/>
                  <a:gd name="T38" fmla="*/ 14 w 33"/>
                  <a:gd name="T39" fmla="*/ 20 h 54"/>
                  <a:gd name="T40" fmla="*/ 16 w 33"/>
                  <a:gd name="T41" fmla="*/ 17 h 54"/>
                  <a:gd name="T42" fmla="*/ 11 w 33"/>
                  <a:gd name="T43" fmla="*/ 14 h 54"/>
                  <a:gd name="T44" fmla="*/ 9 w 33"/>
                  <a:gd name="T45" fmla="*/ 1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3" h="54">
                    <a:moveTo>
                      <a:pt x="9" y="10"/>
                    </a:moveTo>
                    <a:lnTo>
                      <a:pt x="8" y="7"/>
                    </a:lnTo>
                    <a:lnTo>
                      <a:pt x="10" y="2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12" y="54"/>
                    </a:lnTo>
                    <a:lnTo>
                      <a:pt x="33" y="51"/>
                    </a:lnTo>
                    <a:lnTo>
                      <a:pt x="32" y="43"/>
                    </a:lnTo>
                    <a:lnTo>
                      <a:pt x="29" y="40"/>
                    </a:lnTo>
                    <a:lnTo>
                      <a:pt x="28" y="38"/>
                    </a:lnTo>
                    <a:lnTo>
                      <a:pt x="26" y="37"/>
                    </a:lnTo>
                    <a:lnTo>
                      <a:pt x="23" y="34"/>
                    </a:lnTo>
                    <a:lnTo>
                      <a:pt x="20" y="32"/>
                    </a:lnTo>
                    <a:lnTo>
                      <a:pt x="18" y="28"/>
                    </a:lnTo>
                    <a:lnTo>
                      <a:pt x="16" y="24"/>
                    </a:lnTo>
                    <a:lnTo>
                      <a:pt x="14" y="20"/>
                    </a:lnTo>
                    <a:lnTo>
                      <a:pt x="16" y="17"/>
                    </a:lnTo>
                    <a:lnTo>
                      <a:pt x="11" y="14"/>
                    </a:lnTo>
                    <a:lnTo>
                      <a:pt x="9" y="1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3" name="Freeform 32">
                <a:extLst>
                  <a:ext uri="{FF2B5EF4-FFF2-40B4-BE49-F238E27FC236}">
                    <a16:creationId xmlns:a16="http://schemas.microsoft.com/office/drawing/2014/main" id="{C5B07B47-EA05-91A6-7383-2E9452E5B9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61706" y="2002728"/>
                <a:ext cx="278912" cy="181043"/>
              </a:xfrm>
              <a:custGeom>
                <a:avLst/>
                <a:gdLst>
                  <a:gd name="T0" fmla="*/ 165 w 188"/>
                  <a:gd name="T1" fmla="*/ 90 h 122"/>
                  <a:gd name="T2" fmla="*/ 166 w 188"/>
                  <a:gd name="T3" fmla="*/ 90 h 122"/>
                  <a:gd name="T4" fmla="*/ 169 w 188"/>
                  <a:gd name="T5" fmla="*/ 90 h 122"/>
                  <a:gd name="T6" fmla="*/ 171 w 188"/>
                  <a:gd name="T7" fmla="*/ 91 h 122"/>
                  <a:gd name="T8" fmla="*/ 171 w 188"/>
                  <a:gd name="T9" fmla="*/ 89 h 122"/>
                  <a:gd name="T10" fmla="*/ 178 w 188"/>
                  <a:gd name="T11" fmla="*/ 83 h 122"/>
                  <a:gd name="T12" fmla="*/ 186 w 188"/>
                  <a:gd name="T13" fmla="*/ 78 h 122"/>
                  <a:gd name="T14" fmla="*/ 188 w 188"/>
                  <a:gd name="T15" fmla="*/ 72 h 122"/>
                  <a:gd name="T16" fmla="*/ 188 w 188"/>
                  <a:gd name="T17" fmla="*/ 71 h 122"/>
                  <a:gd name="T18" fmla="*/ 183 w 188"/>
                  <a:gd name="T19" fmla="*/ 67 h 122"/>
                  <a:gd name="T20" fmla="*/ 179 w 188"/>
                  <a:gd name="T21" fmla="*/ 63 h 122"/>
                  <a:gd name="T22" fmla="*/ 177 w 188"/>
                  <a:gd name="T23" fmla="*/ 59 h 122"/>
                  <a:gd name="T24" fmla="*/ 173 w 188"/>
                  <a:gd name="T25" fmla="*/ 57 h 122"/>
                  <a:gd name="T26" fmla="*/ 170 w 188"/>
                  <a:gd name="T27" fmla="*/ 55 h 122"/>
                  <a:gd name="T28" fmla="*/ 171 w 188"/>
                  <a:gd name="T29" fmla="*/ 50 h 122"/>
                  <a:gd name="T30" fmla="*/ 171 w 188"/>
                  <a:gd name="T31" fmla="*/ 45 h 122"/>
                  <a:gd name="T32" fmla="*/ 170 w 188"/>
                  <a:gd name="T33" fmla="*/ 39 h 122"/>
                  <a:gd name="T34" fmla="*/ 171 w 188"/>
                  <a:gd name="T35" fmla="*/ 34 h 122"/>
                  <a:gd name="T36" fmla="*/ 174 w 188"/>
                  <a:gd name="T37" fmla="*/ 32 h 122"/>
                  <a:gd name="T38" fmla="*/ 176 w 188"/>
                  <a:gd name="T39" fmla="*/ 28 h 122"/>
                  <a:gd name="T40" fmla="*/ 177 w 188"/>
                  <a:gd name="T41" fmla="*/ 25 h 122"/>
                  <a:gd name="T42" fmla="*/ 179 w 188"/>
                  <a:gd name="T43" fmla="*/ 20 h 122"/>
                  <a:gd name="T44" fmla="*/ 176 w 188"/>
                  <a:gd name="T45" fmla="*/ 18 h 122"/>
                  <a:gd name="T46" fmla="*/ 173 w 188"/>
                  <a:gd name="T47" fmla="*/ 18 h 122"/>
                  <a:gd name="T48" fmla="*/ 170 w 188"/>
                  <a:gd name="T49" fmla="*/ 17 h 122"/>
                  <a:gd name="T50" fmla="*/ 166 w 188"/>
                  <a:gd name="T51" fmla="*/ 10 h 122"/>
                  <a:gd name="T52" fmla="*/ 162 w 188"/>
                  <a:gd name="T53" fmla="*/ 5 h 122"/>
                  <a:gd name="T54" fmla="*/ 154 w 188"/>
                  <a:gd name="T55" fmla="*/ 0 h 122"/>
                  <a:gd name="T56" fmla="*/ 24 w 188"/>
                  <a:gd name="T57" fmla="*/ 23 h 122"/>
                  <a:gd name="T58" fmla="*/ 22 w 188"/>
                  <a:gd name="T59" fmla="*/ 13 h 122"/>
                  <a:gd name="T60" fmla="*/ 16 w 188"/>
                  <a:gd name="T61" fmla="*/ 17 h 122"/>
                  <a:gd name="T62" fmla="*/ 11 w 188"/>
                  <a:gd name="T63" fmla="*/ 21 h 122"/>
                  <a:gd name="T64" fmla="*/ 6 w 188"/>
                  <a:gd name="T65" fmla="*/ 24 h 122"/>
                  <a:gd name="T66" fmla="*/ 0 w 188"/>
                  <a:gd name="T67" fmla="*/ 28 h 122"/>
                  <a:gd name="T68" fmla="*/ 16 w 188"/>
                  <a:gd name="T69" fmla="*/ 122 h 122"/>
                  <a:gd name="T70" fmla="*/ 160 w 188"/>
                  <a:gd name="T71" fmla="*/ 95 h 122"/>
                  <a:gd name="T72" fmla="*/ 162 w 188"/>
                  <a:gd name="T73" fmla="*/ 92 h 122"/>
                  <a:gd name="T74" fmla="*/ 165 w 188"/>
                  <a:gd name="T75" fmla="*/ 9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88" h="122">
                    <a:moveTo>
                      <a:pt x="165" y="90"/>
                    </a:moveTo>
                    <a:lnTo>
                      <a:pt x="166" y="90"/>
                    </a:lnTo>
                    <a:lnTo>
                      <a:pt x="169" y="90"/>
                    </a:lnTo>
                    <a:lnTo>
                      <a:pt x="171" y="91"/>
                    </a:lnTo>
                    <a:lnTo>
                      <a:pt x="171" y="89"/>
                    </a:lnTo>
                    <a:lnTo>
                      <a:pt x="178" y="83"/>
                    </a:lnTo>
                    <a:lnTo>
                      <a:pt x="186" y="78"/>
                    </a:lnTo>
                    <a:lnTo>
                      <a:pt x="188" y="72"/>
                    </a:lnTo>
                    <a:lnTo>
                      <a:pt x="188" y="71"/>
                    </a:lnTo>
                    <a:lnTo>
                      <a:pt x="183" y="67"/>
                    </a:lnTo>
                    <a:lnTo>
                      <a:pt x="179" y="63"/>
                    </a:lnTo>
                    <a:lnTo>
                      <a:pt x="177" y="59"/>
                    </a:lnTo>
                    <a:lnTo>
                      <a:pt x="173" y="57"/>
                    </a:lnTo>
                    <a:lnTo>
                      <a:pt x="170" y="55"/>
                    </a:lnTo>
                    <a:lnTo>
                      <a:pt x="171" y="50"/>
                    </a:lnTo>
                    <a:lnTo>
                      <a:pt x="171" y="45"/>
                    </a:lnTo>
                    <a:lnTo>
                      <a:pt x="170" y="39"/>
                    </a:lnTo>
                    <a:lnTo>
                      <a:pt x="171" y="34"/>
                    </a:lnTo>
                    <a:lnTo>
                      <a:pt x="174" y="32"/>
                    </a:lnTo>
                    <a:lnTo>
                      <a:pt x="176" y="28"/>
                    </a:lnTo>
                    <a:lnTo>
                      <a:pt x="177" y="25"/>
                    </a:lnTo>
                    <a:lnTo>
                      <a:pt x="179" y="20"/>
                    </a:lnTo>
                    <a:lnTo>
                      <a:pt x="176" y="18"/>
                    </a:lnTo>
                    <a:lnTo>
                      <a:pt x="173" y="18"/>
                    </a:lnTo>
                    <a:lnTo>
                      <a:pt x="170" y="17"/>
                    </a:lnTo>
                    <a:lnTo>
                      <a:pt x="166" y="10"/>
                    </a:lnTo>
                    <a:lnTo>
                      <a:pt x="162" y="5"/>
                    </a:lnTo>
                    <a:lnTo>
                      <a:pt x="154" y="0"/>
                    </a:lnTo>
                    <a:lnTo>
                      <a:pt x="24" y="23"/>
                    </a:lnTo>
                    <a:lnTo>
                      <a:pt x="22" y="13"/>
                    </a:lnTo>
                    <a:lnTo>
                      <a:pt x="16" y="17"/>
                    </a:lnTo>
                    <a:lnTo>
                      <a:pt x="11" y="21"/>
                    </a:lnTo>
                    <a:lnTo>
                      <a:pt x="6" y="24"/>
                    </a:lnTo>
                    <a:lnTo>
                      <a:pt x="0" y="28"/>
                    </a:lnTo>
                    <a:lnTo>
                      <a:pt x="16" y="122"/>
                    </a:lnTo>
                    <a:lnTo>
                      <a:pt x="160" y="95"/>
                    </a:lnTo>
                    <a:lnTo>
                      <a:pt x="162" y="92"/>
                    </a:lnTo>
                    <a:lnTo>
                      <a:pt x="165" y="9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4" name="Freeform 33">
                <a:extLst>
                  <a:ext uri="{FF2B5EF4-FFF2-40B4-BE49-F238E27FC236}">
                    <a16:creationId xmlns:a16="http://schemas.microsoft.com/office/drawing/2014/main" id="{6E1743CD-A069-3333-8259-2874468BC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0596" y="2728386"/>
                <a:ext cx="431720" cy="338343"/>
              </a:xfrm>
              <a:custGeom>
                <a:avLst/>
                <a:gdLst>
                  <a:gd name="T0" fmla="*/ 200 w 291"/>
                  <a:gd name="T1" fmla="*/ 0 h 228"/>
                  <a:gd name="T2" fmla="*/ 211 w 291"/>
                  <a:gd name="T3" fmla="*/ 10 h 228"/>
                  <a:gd name="T4" fmla="*/ 223 w 291"/>
                  <a:gd name="T5" fmla="*/ 30 h 228"/>
                  <a:gd name="T6" fmla="*/ 241 w 291"/>
                  <a:gd name="T7" fmla="*/ 62 h 228"/>
                  <a:gd name="T8" fmla="*/ 259 w 291"/>
                  <a:gd name="T9" fmla="*/ 84 h 228"/>
                  <a:gd name="T10" fmla="*/ 256 w 291"/>
                  <a:gd name="T11" fmla="*/ 86 h 228"/>
                  <a:gd name="T12" fmla="*/ 268 w 291"/>
                  <a:gd name="T13" fmla="*/ 116 h 228"/>
                  <a:gd name="T14" fmla="*/ 286 w 291"/>
                  <a:gd name="T15" fmla="*/ 144 h 228"/>
                  <a:gd name="T16" fmla="*/ 291 w 291"/>
                  <a:gd name="T17" fmla="*/ 176 h 228"/>
                  <a:gd name="T18" fmla="*/ 288 w 291"/>
                  <a:gd name="T19" fmla="*/ 196 h 228"/>
                  <a:gd name="T20" fmla="*/ 287 w 291"/>
                  <a:gd name="T21" fmla="*/ 211 h 228"/>
                  <a:gd name="T22" fmla="*/ 280 w 291"/>
                  <a:gd name="T23" fmla="*/ 227 h 228"/>
                  <a:gd name="T24" fmla="*/ 281 w 291"/>
                  <a:gd name="T25" fmla="*/ 222 h 228"/>
                  <a:gd name="T26" fmla="*/ 274 w 291"/>
                  <a:gd name="T27" fmla="*/ 221 h 228"/>
                  <a:gd name="T28" fmla="*/ 264 w 291"/>
                  <a:gd name="T29" fmla="*/ 222 h 228"/>
                  <a:gd name="T30" fmla="*/ 255 w 291"/>
                  <a:gd name="T31" fmla="*/ 222 h 228"/>
                  <a:gd name="T32" fmla="*/ 255 w 291"/>
                  <a:gd name="T33" fmla="*/ 217 h 228"/>
                  <a:gd name="T34" fmla="*/ 263 w 291"/>
                  <a:gd name="T35" fmla="*/ 216 h 228"/>
                  <a:gd name="T36" fmla="*/ 253 w 291"/>
                  <a:gd name="T37" fmla="*/ 212 h 228"/>
                  <a:gd name="T38" fmla="*/ 245 w 291"/>
                  <a:gd name="T39" fmla="*/ 200 h 228"/>
                  <a:gd name="T40" fmla="*/ 233 w 291"/>
                  <a:gd name="T41" fmla="*/ 193 h 228"/>
                  <a:gd name="T42" fmla="*/ 223 w 291"/>
                  <a:gd name="T43" fmla="*/ 177 h 228"/>
                  <a:gd name="T44" fmla="*/ 216 w 291"/>
                  <a:gd name="T45" fmla="*/ 169 h 228"/>
                  <a:gd name="T46" fmla="*/ 215 w 291"/>
                  <a:gd name="T47" fmla="*/ 161 h 228"/>
                  <a:gd name="T48" fmla="*/ 209 w 291"/>
                  <a:gd name="T49" fmla="*/ 158 h 228"/>
                  <a:gd name="T50" fmla="*/ 205 w 291"/>
                  <a:gd name="T51" fmla="*/ 161 h 228"/>
                  <a:gd name="T52" fmla="*/ 194 w 291"/>
                  <a:gd name="T53" fmla="*/ 147 h 228"/>
                  <a:gd name="T54" fmla="*/ 192 w 291"/>
                  <a:gd name="T55" fmla="*/ 140 h 228"/>
                  <a:gd name="T56" fmla="*/ 194 w 291"/>
                  <a:gd name="T57" fmla="*/ 130 h 228"/>
                  <a:gd name="T58" fmla="*/ 194 w 291"/>
                  <a:gd name="T59" fmla="*/ 121 h 228"/>
                  <a:gd name="T60" fmla="*/ 191 w 291"/>
                  <a:gd name="T61" fmla="*/ 122 h 228"/>
                  <a:gd name="T62" fmla="*/ 187 w 291"/>
                  <a:gd name="T63" fmla="*/ 119 h 228"/>
                  <a:gd name="T64" fmla="*/ 189 w 291"/>
                  <a:gd name="T65" fmla="*/ 127 h 228"/>
                  <a:gd name="T66" fmla="*/ 186 w 291"/>
                  <a:gd name="T67" fmla="*/ 129 h 228"/>
                  <a:gd name="T68" fmla="*/ 180 w 291"/>
                  <a:gd name="T69" fmla="*/ 120 h 228"/>
                  <a:gd name="T70" fmla="*/ 182 w 291"/>
                  <a:gd name="T71" fmla="*/ 106 h 228"/>
                  <a:gd name="T72" fmla="*/ 182 w 291"/>
                  <a:gd name="T73" fmla="*/ 86 h 228"/>
                  <a:gd name="T74" fmla="*/ 174 w 291"/>
                  <a:gd name="T75" fmla="*/ 72 h 228"/>
                  <a:gd name="T76" fmla="*/ 163 w 291"/>
                  <a:gd name="T77" fmla="*/ 67 h 228"/>
                  <a:gd name="T78" fmla="*/ 152 w 291"/>
                  <a:gd name="T79" fmla="*/ 60 h 228"/>
                  <a:gd name="T80" fmla="*/ 143 w 291"/>
                  <a:gd name="T81" fmla="*/ 48 h 228"/>
                  <a:gd name="T82" fmla="*/ 130 w 291"/>
                  <a:gd name="T83" fmla="*/ 39 h 228"/>
                  <a:gd name="T84" fmla="*/ 117 w 291"/>
                  <a:gd name="T85" fmla="*/ 39 h 228"/>
                  <a:gd name="T86" fmla="*/ 116 w 291"/>
                  <a:gd name="T87" fmla="*/ 47 h 228"/>
                  <a:gd name="T88" fmla="*/ 107 w 291"/>
                  <a:gd name="T89" fmla="*/ 49 h 228"/>
                  <a:gd name="T90" fmla="*/ 83 w 291"/>
                  <a:gd name="T91" fmla="*/ 59 h 228"/>
                  <a:gd name="T92" fmla="*/ 77 w 291"/>
                  <a:gd name="T93" fmla="*/ 49 h 228"/>
                  <a:gd name="T94" fmla="*/ 77 w 291"/>
                  <a:gd name="T95" fmla="*/ 43 h 228"/>
                  <a:gd name="T96" fmla="*/ 72 w 291"/>
                  <a:gd name="T97" fmla="*/ 39 h 228"/>
                  <a:gd name="T98" fmla="*/ 72 w 291"/>
                  <a:gd name="T99" fmla="*/ 35 h 228"/>
                  <a:gd name="T100" fmla="*/ 69 w 291"/>
                  <a:gd name="T101" fmla="*/ 38 h 228"/>
                  <a:gd name="T102" fmla="*/ 64 w 291"/>
                  <a:gd name="T103" fmla="*/ 39 h 228"/>
                  <a:gd name="T104" fmla="*/ 65 w 291"/>
                  <a:gd name="T105" fmla="*/ 43 h 228"/>
                  <a:gd name="T106" fmla="*/ 53 w 291"/>
                  <a:gd name="T107" fmla="*/ 37 h 228"/>
                  <a:gd name="T108" fmla="*/ 39 w 291"/>
                  <a:gd name="T109" fmla="*/ 33 h 228"/>
                  <a:gd name="T110" fmla="*/ 19 w 291"/>
                  <a:gd name="T111" fmla="*/ 35 h 228"/>
                  <a:gd name="T112" fmla="*/ 7 w 291"/>
                  <a:gd name="T113" fmla="*/ 32 h 228"/>
                  <a:gd name="T114" fmla="*/ 0 w 291"/>
                  <a:gd name="T115" fmla="*/ 20 h 228"/>
                  <a:gd name="T116" fmla="*/ 10 w 291"/>
                  <a:gd name="T117" fmla="*/ 14 h 228"/>
                  <a:gd name="T118" fmla="*/ 98 w 291"/>
                  <a:gd name="T119" fmla="*/ 16 h 228"/>
                  <a:gd name="T120" fmla="*/ 197 w 291"/>
                  <a:gd name="T121" fmla="*/ 1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1" h="228">
                    <a:moveTo>
                      <a:pt x="194" y="0"/>
                    </a:moveTo>
                    <a:lnTo>
                      <a:pt x="194" y="0"/>
                    </a:lnTo>
                    <a:lnTo>
                      <a:pt x="200" y="0"/>
                    </a:lnTo>
                    <a:lnTo>
                      <a:pt x="209" y="2"/>
                    </a:lnTo>
                    <a:lnTo>
                      <a:pt x="210" y="7"/>
                    </a:lnTo>
                    <a:lnTo>
                      <a:pt x="211" y="10"/>
                    </a:lnTo>
                    <a:lnTo>
                      <a:pt x="215" y="12"/>
                    </a:lnTo>
                    <a:lnTo>
                      <a:pt x="218" y="17"/>
                    </a:lnTo>
                    <a:lnTo>
                      <a:pt x="223" y="30"/>
                    </a:lnTo>
                    <a:lnTo>
                      <a:pt x="229" y="40"/>
                    </a:lnTo>
                    <a:lnTo>
                      <a:pt x="237" y="55"/>
                    </a:lnTo>
                    <a:lnTo>
                      <a:pt x="241" y="62"/>
                    </a:lnTo>
                    <a:lnTo>
                      <a:pt x="251" y="77"/>
                    </a:lnTo>
                    <a:lnTo>
                      <a:pt x="256" y="81"/>
                    </a:lnTo>
                    <a:lnTo>
                      <a:pt x="259" y="84"/>
                    </a:lnTo>
                    <a:lnTo>
                      <a:pt x="259" y="87"/>
                    </a:lnTo>
                    <a:lnTo>
                      <a:pt x="259" y="96"/>
                    </a:lnTo>
                    <a:lnTo>
                      <a:pt x="256" y="86"/>
                    </a:lnTo>
                    <a:lnTo>
                      <a:pt x="255" y="96"/>
                    </a:lnTo>
                    <a:lnTo>
                      <a:pt x="261" y="106"/>
                    </a:lnTo>
                    <a:lnTo>
                      <a:pt x="268" y="116"/>
                    </a:lnTo>
                    <a:lnTo>
                      <a:pt x="275" y="129"/>
                    </a:lnTo>
                    <a:lnTo>
                      <a:pt x="280" y="137"/>
                    </a:lnTo>
                    <a:lnTo>
                      <a:pt x="286" y="144"/>
                    </a:lnTo>
                    <a:lnTo>
                      <a:pt x="289" y="153"/>
                    </a:lnTo>
                    <a:lnTo>
                      <a:pt x="291" y="168"/>
                    </a:lnTo>
                    <a:lnTo>
                      <a:pt x="291" y="176"/>
                    </a:lnTo>
                    <a:lnTo>
                      <a:pt x="291" y="185"/>
                    </a:lnTo>
                    <a:lnTo>
                      <a:pt x="291" y="193"/>
                    </a:lnTo>
                    <a:lnTo>
                      <a:pt x="288" y="196"/>
                    </a:lnTo>
                    <a:lnTo>
                      <a:pt x="286" y="200"/>
                    </a:lnTo>
                    <a:lnTo>
                      <a:pt x="286" y="205"/>
                    </a:lnTo>
                    <a:lnTo>
                      <a:pt x="287" y="211"/>
                    </a:lnTo>
                    <a:lnTo>
                      <a:pt x="286" y="218"/>
                    </a:lnTo>
                    <a:lnTo>
                      <a:pt x="283" y="225"/>
                    </a:lnTo>
                    <a:lnTo>
                      <a:pt x="280" y="227"/>
                    </a:lnTo>
                    <a:lnTo>
                      <a:pt x="277" y="228"/>
                    </a:lnTo>
                    <a:lnTo>
                      <a:pt x="279" y="224"/>
                    </a:lnTo>
                    <a:lnTo>
                      <a:pt x="281" y="222"/>
                    </a:lnTo>
                    <a:lnTo>
                      <a:pt x="281" y="217"/>
                    </a:lnTo>
                    <a:lnTo>
                      <a:pt x="280" y="217"/>
                    </a:lnTo>
                    <a:lnTo>
                      <a:pt x="274" y="221"/>
                    </a:lnTo>
                    <a:lnTo>
                      <a:pt x="270" y="222"/>
                    </a:lnTo>
                    <a:lnTo>
                      <a:pt x="267" y="221"/>
                    </a:lnTo>
                    <a:lnTo>
                      <a:pt x="264" y="222"/>
                    </a:lnTo>
                    <a:lnTo>
                      <a:pt x="261" y="224"/>
                    </a:lnTo>
                    <a:lnTo>
                      <a:pt x="259" y="223"/>
                    </a:lnTo>
                    <a:lnTo>
                      <a:pt x="255" y="222"/>
                    </a:lnTo>
                    <a:lnTo>
                      <a:pt x="253" y="219"/>
                    </a:lnTo>
                    <a:lnTo>
                      <a:pt x="254" y="217"/>
                    </a:lnTo>
                    <a:lnTo>
                      <a:pt x="255" y="217"/>
                    </a:lnTo>
                    <a:lnTo>
                      <a:pt x="262" y="218"/>
                    </a:lnTo>
                    <a:lnTo>
                      <a:pt x="264" y="217"/>
                    </a:lnTo>
                    <a:lnTo>
                      <a:pt x="263" y="216"/>
                    </a:lnTo>
                    <a:lnTo>
                      <a:pt x="260" y="214"/>
                    </a:lnTo>
                    <a:lnTo>
                      <a:pt x="256" y="215"/>
                    </a:lnTo>
                    <a:lnTo>
                      <a:pt x="253" y="212"/>
                    </a:lnTo>
                    <a:lnTo>
                      <a:pt x="250" y="207"/>
                    </a:lnTo>
                    <a:lnTo>
                      <a:pt x="246" y="203"/>
                    </a:lnTo>
                    <a:lnTo>
                      <a:pt x="245" y="200"/>
                    </a:lnTo>
                    <a:lnTo>
                      <a:pt x="242" y="196"/>
                    </a:lnTo>
                    <a:lnTo>
                      <a:pt x="237" y="195"/>
                    </a:lnTo>
                    <a:lnTo>
                      <a:pt x="233" y="193"/>
                    </a:lnTo>
                    <a:lnTo>
                      <a:pt x="229" y="192"/>
                    </a:lnTo>
                    <a:lnTo>
                      <a:pt x="225" y="181"/>
                    </a:lnTo>
                    <a:lnTo>
                      <a:pt x="223" y="177"/>
                    </a:lnTo>
                    <a:lnTo>
                      <a:pt x="220" y="174"/>
                    </a:lnTo>
                    <a:lnTo>
                      <a:pt x="219" y="172"/>
                    </a:lnTo>
                    <a:lnTo>
                      <a:pt x="216" y="169"/>
                    </a:lnTo>
                    <a:lnTo>
                      <a:pt x="213" y="167"/>
                    </a:lnTo>
                    <a:lnTo>
                      <a:pt x="214" y="163"/>
                    </a:lnTo>
                    <a:lnTo>
                      <a:pt x="215" y="161"/>
                    </a:lnTo>
                    <a:lnTo>
                      <a:pt x="212" y="155"/>
                    </a:lnTo>
                    <a:lnTo>
                      <a:pt x="209" y="156"/>
                    </a:lnTo>
                    <a:lnTo>
                      <a:pt x="209" y="158"/>
                    </a:lnTo>
                    <a:lnTo>
                      <a:pt x="209" y="163"/>
                    </a:lnTo>
                    <a:lnTo>
                      <a:pt x="207" y="163"/>
                    </a:lnTo>
                    <a:lnTo>
                      <a:pt x="205" y="161"/>
                    </a:lnTo>
                    <a:lnTo>
                      <a:pt x="202" y="158"/>
                    </a:lnTo>
                    <a:lnTo>
                      <a:pt x="197" y="150"/>
                    </a:lnTo>
                    <a:lnTo>
                      <a:pt x="194" y="147"/>
                    </a:lnTo>
                    <a:lnTo>
                      <a:pt x="193" y="146"/>
                    </a:lnTo>
                    <a:lnTo>
                      <a:pt x="194" y="144"/>
                    </a:lnTo>
                    <a:lnTo>
                      <a:pt x="192" y="140"/>
                    </a:lnTo>
                    <a:lnTo>
                      <a:pt x="189" y="139"/>
                    </a:lnTo>
                    <a:lnTo>
                      <a:pt x="192" y="133"/>
                    </a:lnTo>
                    <a:lnTo>
                      <a:pt x="194" y="130"/>
                    </a:lnTo>
                    <a:lnTo>
                      <a:pt x="195" y="127"/>
                    </a:lnTo>
                    <a:lnTo>
                      <a:pt x="196" y="124"/>
                    </a:lnTo>
                    <a:lnTo>
                      <a:pt x="194" y="121"/>
                    </a:lnTo>
                    <a:lnTo>
                      <a:pt x="193" y="125"/>
                    </a:lnTo>
                    <a:lnTo>
                      <a:pt x="191" y="124"/>
                    </a:lnTo>
                    <a:lnTo>
                      <a:pt x="191" y="122"/>
                    </a:lnTo>
                    <a:lnTo>
                      <a:pt x="188" y="118"/>
                    </a:lnTo>
                    <a:lnTo>
                      <a:pt x="187" y="118"/>
                    </a:lnTo>
                    <a:lnTo>
                      <a:pt x="187" y="119"/>
                    </a:lnTo>
                    <a:lnTo>
                      <a:pt x="188" y="121"/>
                    </a:lnTo>
                    <a:lnTo>
                      <a:pt x="189" y="124"/>
                    </a:lnTo>
                    <a:lnTo>
                      <a:pt x="189" y="127"/>
                    </a:lnTo>
                    <a:lnTo>
                      <a:pt x="189" y="128"/>
                    </a:lnTo>
                    <a:lnTo>
                      <a:pt x="187" y="130"/>
                    </a:lnTo>
                    <a:lnTo>
                      <a:pt x="186" y="129"/>
                    </a:lnTo>
                    <a:lnTo>
                      <a:pt x="184" y="127"/>
                    </a:lnTo>
                    <a:lnTo>
                      <a:pt x="181" y="122"/>
                    </a:lnTo>
                    <a:lnTo>
                      <a:pt x="180" y="120"/>
                    </a:lnTo>
                    <a:lnTo>
                      <a:pt x="180" y="116"/>
                    </a:lnTo>
                    <a:lnTo>
                      <a:pt x="180" y="110"/>
                    </a:lnTo>
                    <a:lnTo>
                      <a:pt x="182" y="106"/>
                    </a:lnTo>
                    <a:lnTo>
                      <a:pt x="183" y="98"/>
                    </a:lnTo>
                    <a:lnTo>
                      <a:pt x="183" y="93"/>
                    </a:lnTo>
                    <a:lnTo>
                      <a:pt x="182" y="86"/>
                    </a:lnTo>
                    <a:lnTo>
                      <a:pt x="180" y="79"/>
                    </a:lnTo>
                    <a:lnTo>
                      <a:pt x="177" y="77"/>
                    </a:lnTo>
                    <a:lnTo>
                      <a:pt x="174" y="72"/>
                    </a:lnTo>
                    <a:lnTo>
                      <a:pt x="168" y="71"/>
                    </a:lnTo>
                    <a:lnTo>
                      <a:pt x="165" y="71"/>
                    </a:lnTo>
                    <a:lnTo>
                      <a:pt x="163" y="67"/>
                    </a:lnTo>
                    <a:lnTo>
                      <a:pt x="160" y="66"/>
                    </a:lnTo>
                    <a:lnTo>
                      <a:pt x="156" y="61"/>
                    </a:lnTo>
                    <a:lnTo>
                      <a:pt x="152" y="60"/>
                    </a:lnTo>
                    <a:lnTo>
                      <a:pt x="151" y="55"/>
                    </a:lnTo>
                    <a:lnTo>
                      <a:pt x="149" y="53"/>
                    </a:lnTo>
                    <a:lnTo>
                      <a:pt x="143" y="48"/>
                    </a:lnTo>
                    <a:lnTo>
                      <a:pt x="138" y="44"/>
                    </a:lnTo>
                    <a:lnTo>
                      <a:pt x="134" y="42"/>
                    </a:lnTo>
                    <a:lnTo>
                      <a:pt x="130" y="39"/>
                    </a:lnTo>
                    <a:lnTo>
                      <a:pt x="127" y="38"/>
                    </a:lnTo>
                    <a:lnTo>
                      <a:pt x="122" y="38"/>
                    </a:lnTo>
                    <a:lnTo>
                      <a:pt x="117" y="39"/>
                    </a:lnTo>
                    <a:lnTo>
                      <a:pt x="116" y="42"/>
                    </a:lnTo>
                    <a:lnTo>
                      <a:pt x="117" y="45"/>
                    </a:lnTo>
                    <a:lnTo>
                      <a:pt x="116" y="47"/>
                    </a:lnTo>
                    <a:lnTo>
                      <a:pt x="114" y="47"/>
                    </a:lnTo>
                    <a:lnTo>
                      <a:pt x="112" y="45"/>
                    </a:lnTo>
                    <a:lnTo>
                      <a:pt x="107" y="49"/>
                    </a:lnTo>
                    <a:lnTo>
                      <a:pt x="101" y="54"/>
                    </a:lnTo>
                    <a:lnTo>
                      <a:pt x="94" y="56"/>
                    </a:lnTo>
                    <a:lnTo>
                      <a:pt x="83" y="59"/>
                    </a:lnTo>
                    <a:lnTo>
                      <a:pt x="83" y="53"/>
                    </a:lnTo>
                    <a:lnTo>
                      <a:pt x="80" y="50"/>
                    </a:lnTo>
                    <a:lnTo>
                      <a:pt x="77" y="49"/>
                    </a:lnTo>
                    <a:lnTo>
                      <a:pt x="72" y="46"/>
                    </a:lnTo>
                    <a:lnTo>
                      <a:pt x="76" y="44"/>
                    </a:lnTo>
                    <a:lnTo>
                      <a:pt x="77" y="43"/>
                    </a:lnTo>
                    <a:lnTo>
                      <a:pt x="70" y="42"/>
                    </a:lnTo>
                    <a:lnTo>
                      <a:pt x="70" y="39"/>
                    </a:lnTo>
                    <a:lnTo>
                      <a:pt x="72" y="39"/>
                    </a:lnTo>
                    <a:lnTo>
                      <a:pt x="73" y="37"/>
                    </a:lnTo>
                    <a:lnTo>
                      <a:pt x="73" y="35"/>
                    </a:lnTo>
                    <a:lnTo>
                      <a:pt x="72" y="35"/>
                    </a:lnTo>
                    <a:lnTo>
                      <a:pt x="70" y="36"/>
                    </a:lnTo>
                    <a:lnTo>
                      <a:pt x="70" y="37"/>
                    </a:lnTo>
                    <a:lnTo>
                      <a:pt x="69" y="38"/>
                    </a:lnTo>
                    <a:lnTo>
                      <a:pt x="67" y="36"/>
                    </a:lnTo>
                    <a:lnTo>
                      <a:pt x="62" y="36"/>
                    </a:lnTo>
                    <a:lnTo>
                      <a:pt x="64" y="39"/>
                    </a:lnTo>
                    <a:lnTo>
                      <a:pt x="65" y="39"/>
                    </a:lnTo>
                    <a:lnTo>
                      <a:pt x="66" y="43"/>
                    </a:lnTo>
                    <a:lnTo>
                      <a:pt x="65" y="43"/>
                    </a:lnTo>
                    <a:lnTo>
                      <a:pt x="61" y="41"/>
                    </a:lnTo>
                    <a:lnTo>
                      <a:pt x="57" y="38"/>
                    </a:lnTo>
                    <a:lnTo>
                      <a:pt x="53" y="37"/>
                    </a:lnTo>
                    <a:lnTo>
                      <a:pt x="44" y="37"/>
                    </a:lnTo>
                    <a:lnTo>
                      <a:pt x="41" y="35"/>
                    </a:lnTo>
                    <a:lnTo>
                      <a:pt x="39" y="33"/>
                    </a:lnTo>
                    <a:lnTo>
                      <a:pt x="36" y="33"/>
                    </a:lnTo>
                    <a:lnTo>
                      <a:pt x="26" y="35"/>
                    </a:lnTo>
                    <a:lnTo>
                      <a:pt x="19" y="35"/>
                    </a:lnTo>
                    <a:lnTo>
                      <a:pt x="14" y="38"/>
                    </a:lnTo>
                    <a:lnTo>
                      <a:pt x="11" y="39"/>
                    </a:lnTo>
                    <a:lnTo>
                      <a:pt x="7" y="32"/>
                    </a:lnTo>
                    <a:lnTo>
                      <a:pt x="6" y="27"/>
                    </a:lnTo>
                    <a:lnTo>
                      <a:pt x="2" y="22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3" y="16"/>
                    </a:lnTo>
                    <a:lnTo>
                      <a:pt x="10" y="14"/>
                    </a:lnTo>
                    <a:lnTo>
                      <a:pt x="18" y="12"/>
                    </a:lnTo>
                    <a:lnTo>
                      <a:pt x="93" y="6"/>
                    </a:lnTo>
                    <a:lnTo>
                      <a:pt x="98" y="16"/>
                    </a:lnTo>
                    <a:lnTo>
                      <a:pt x="189" y="11"/>
                    </a:lnTo>
                    <a:lnTo>
                      <a:pt x="190" y="19"/>
                    </a:lnTo>
                    <a:lnTo>
                      <a:pt x="197" y="19"/>
                    </a:lnTo>
                    <a:lnTo>
                      <a:pt x="19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5" name="Freeform 34">
                <a:extLst>
                  <a:ext uri="{FF2B5EF4-FFF2-40B4-BE49-F238E27FC236}">
                    <a16:creationId xmlns:a16="http://schemas.microsoft.com/office/drawing/2014/main" id="{53BD743F-2F32-0967-9986-AFF2208F0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65307" y="2639347"/>
                <a:ext cx="270012" cy="238918"/>
              </a:xfrm>
              <a:custGeom>
                <a:avLst/>
                <a:gdLst>
                  <a:gd name="T0" fmla="*/ 176 w 182"/>
                  <a:gd name="T1" fmla="*/ 147 h 161"/>
                  <a:gd name="T2" fmla="*/ 171 w 182"/>
                  <a:gd name="T3" fmla="*/ 146 h 161"/>
                  <a:gd name="T4" fmla="*/ 160 w 182"/>
                  <a:gd name="T5" fmla="*/ 139 h 161"/>
                  <a:gd name="T6" fmla="*/ 152 w 182"/>
                  <a:gd name="T7" fmla="*/ 134 h 161"/>
                  <a:gd name="T8" fmla="*/ 155 w 182"/>
                  <a:gd name="T9" fmla="*/ 130 h 161"/>
                  <a:gd name="T10" fmla="*/ 166 w 182"/>
                  <a:gd name="T11" fmla="*/ 128 h 161"/>
                  <a:gd name="T12" fmla="*/ 162 w 182"/>
                  <a:gd name="T13" fmla="*/ 118 h 161"/>
                  <a:gd name="T14" fmla="*/ 148 w 182"/>
                  <a:gd name="T15" fmla="*/ 122 h 161"/>
                  <a:gd name="T16" fmla="*/ 148 w 182"/>
                  <a:gd name="T17" fmla="*/ 119 h 161"/>
                  <a:gd name="T18" fmla="*/ 154 w 182"/>
                  <a:gd name="T19" fmla="*/ 114 h 161"/>
                  <a:gd name="T20" fmla="*/ 150 w 182"/>
                  <a:gd name="T21" fmla="*/ 99 h 161"/>
                  <a:gd name="T22" fmla="*/ 84 w 182"/>
                  <a:gd name="T23" fmla="*/ 82 h 161"/>
                  <a:gd name="T24" fmla="*/ 84 w 182"/>
                  <a:gd name="T25" fmla="*/ 73 h 161"/>
                  <a:gd name="T26" fmla="*/ 87 w 182"/>
                  <a:gd name="T27" fmla="*/ 64 h 161"/>
                  <a:gd name="T28" fmla="*/ 90 w 182"/>
                  <a:gd name="T29" fmla="*/ 58 h 161"/>
                  <a:gd name="T30" fmla="*/ 97 w 182"/>
                  <a:gd name="T31" fmla="*/ 43 h 161"/>
                  <a:gd name="T32" fmla="*/ 99 w 182"/>
                  <a:gd name="T33" fmla="*/ 37 h 161"/>
                  <a:gd name="T34" fmla="*/ 102 w 182"/>
                  <a:gd name="T35" fmla="*/ 23 h 161"/>
                  <a:gd name="T36" fmla="*/ 98 w 182"/>
                  <a:gd name="T37" fmla="*/ 14 h 161"/>
                  <a:gd name="T38" fmla="*/ 94 w 182"/>
                  <a:gd name="T39" fmla="*/ 9 h 161"/>
                  <a:gd name="T40" fmla="*/ 97 w 182"/>
                  <a:gd name="T41" fmla="*/ 2 h 161"/>
                  <a:gd name="T42" fmla="*/ 0 w 182"/>
                  <a:gd name="T43" fmla="*/ 47 h 161"/>
                  <a:gd name="T44" fmla="*/ 11 w 182"/>
                  <a:gd name="T45" fmla="*/ 64 h 161"/>
                  <a:gd name="T46" fmla="*/ 13 w 182"/>
                  <a:gd name="T47" fmla="*/ 75 h 161"/>
                  <a:gd name="T48" fmla="*/ 13 w 182"/>
                  <a:gd name="T49" fmla="*/ 94 h 161"/>
                  <a:gd name="T50" fmla="*/ 9 w 182"/>
                  <a:gd name="T51" fmla="*/ 110 h 161"/>
                  <a:gd name="T52" fmla="*/ 9 w 182"/>
                  <a:gd name="T53" fmla="*/ 131 h 161"/>
                  <a:gd name="T54" fmla="*/ 15 w 182"/>
                  <a:gd name="T55" fmla="*/ 136 h 161"/>
                  <a:gd name="T56" fmla="*/ 25 w 182"/>
                  <a:gd name="T57" fmla="*/ 134 h 161"/>
                  <a:gd name="T58" fmla="*/ 44 w 182"/>
                  <a:gd name="T59" fmla="*/ 139 h 161"/>
                  <a:gd name="T60" fmla="*/ 72 w 182"/>
                  <a:gd name="T61" fmla="*/ 142 h 161"/>
                  <a:gd name="T62" fmla="*/ 78 w 182"/>
                  <a:gd name="T63" fmla="*/ 138 h 161"/>
                  <a:gd name="T64" fmla="*/ 70 w 182"/>
                  <a:gd name="T65" fmla="*/ 137 h 161"/>
                  <a:gd name="T66" fmla="*/ 77 w 182"/>
                  <a:gd name="T67" fmla="*/ 132 h 161"/>
                  <a:gd name="T68" fmla="*/ 97 w 182"/>
                  <a:gd name="T69" fmla="*/ 142 h 161"/>
                  <a:gd name="T70" fmla="*/ 98 w 182"/>
                  <a:gd name="T71" fmla="*/ 150 h 161"/>
                  <a:gd name="T72" fmla="*/ 111 w 182"/>
                  <a:gd name="T73" fmla="*/ 155 h 161"/>
                  <a:gd name="T74" fmla="*/ 121 w 182"/>
                  <a:gd name="T75" fmla="*/ 154 h 161"/>
                  <a:gd name="T76" fmla="*/ 132 w 182"/>
                  <a:gd name="T77" fmla="*/ 150 h 161"/>
                  <a:gd name="T78" fmla="*/ 142 w 182"/>
                  <a:gd name="T79" fmla="*/ 153 h 161"/>
                  <a:gd name="T80" fmla="*/ 142 w 182"/>
                  <a:gd name="T81" fmla="*/ 141 h 161"/>
                  <a:gd name="T82" fmla="*/ 150 w 182"/>
                  <a:gd name="T83" fmla="*/ 147 h 161"/>
                  <a:gd name="T84" fmla="*/ 168 w 182"/>
                  <a:gd name="T85" fmla="*/ 154 h 161"/>
                  <a:gd name="T86" fmla="*/ 169 w 182"/>
                  <a:gd name="T87" fmla="*/ 161 h 161"/>
                  <a:gd name="T88" fmla="*/ 176 w 182"/>
                  <a:gd name="T89" fmla="*/ 158 h 161"/>
                  <a:gd name="T90" fmla="*/ 181 w 182"/>
                  <a:gd name="T91" fmla="*/ 154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2" h="161">
                    <a:moveTo>
                      <a:pt x="181" y="149"/>
                    </a:moveTo>
                    <a:lnTo>
                      <a:pt x="179" y="149"/>
                    </a:lnTo>
                    <a:lnTo>
                      <a:pt x="176" y="147"/>
                    </a:lnTo>
                    <a:lnTo>
                      <a:pt x="175" y="147"/>
                    </a:lnTo>
                    <a:lnTo>
                      <a:pt x="173" y="147"/>
                    </a:lnTo>
                    <a:lnTo>
                      <a:pt x="171" y="146"/>
                    </a:lnTo>
                    <a:lnTo>
                      <a:pt x="166" y="143"/>
                    </a:lnTo>
                    <a:lnTo>
                      <a:pt x="165" y="143"/>
                    </a:lnTo>
                    <a:lnTo>
                      <a:pt x="160" y="139"/>
                    </a:lnTo>
                    <a:lnTo>
                      <a:pt x="158" y="137"/>
                    </a:lnTo>
                    <a:lnTo>
                      <a:pt x="155" y="136"/>
                    </a:lnTo>
                    <a:lnTo>
                      <a:pt x="152" y="134"/>
                    </a:lnTo>
                    <a:lnTo>
                      <a:pt x="150" y="132"/>
                    </a:lnTo>
                    <a:lnTo>
                      <a:pt x="153" y="132"/>
                    </a:lnTo>
                    <a:lnTo>
                      <a:pt x="155" y="130"/>
                    </a:lnTo>
                    <a:lnTo>
                      <a:pt x="160" y="130"/>
                    </a:lnTo>
                    <a:lnTo>
                      <a:pt x="161" y="128"/>
                    </a:lnTo>
                    <a:lnTo>
                      <a:pt x="166" y="128"/>
                    </a:lnTo>
                    <a:lnTo>
                      <a:pt x="168" y="126"/>
                    </a:lnTo>
                    <a:lnTo>
                      <a:pt x="165" y="121"/>
                    </a:lnTo>
                    <a:lnTo>
                      <a:pt x="162" y="118"/>
                    </a:lnTo>
                    <a:lnTo>
                      <a:pt x="161" y="118"/>
                    </a:lnTo>
                    <a:lnTo>
                      <a:pt x="151" y="121"/>
                    </a:lnTo>
                    <a:lnTo>
                      <a:pt x="148" y="122"/>
                    </a:lnTo>
                    <a:lnTo>
                      <a:pt x="145" y="122"/>
                    </a:lnTo>
                    <a:lnTo>
                      <a:pt x="145" y="121"/>
                    </a:lnTo>
                    <a:lnTo>
                      <a:pt x="148" y="119"/>
                    </a:lnTo>
                    <a:lnTo>
                      <a:pt x="151" y="118"/>
                    </a:lnTo>
                    <a:lnTo>
                      <a:pt x="154" y="116"/>
                    </a:lnTo>
                    <a:lnTo>
                      <a:pt x="154" y="114"/>
                    </a:lnTo>
                    <a:lnTo>
                      <a:pt x="154" y="110"/>
                    </a:lnTo>
                    <a:lnTo>
                      <a:pt x="153" y="103"/>
                    </a:lnTo>
                    <a:lnTo>
                      <a:pt x="150" y="99"/>
                    </a:lnTo>
                    <a:lnTo>
                      <a:pt x="148" y="95"/>
                    </a:lnTo>
                    <a:lnTo>
                      <a:pt x="149" y="79"/>
                    </a:lnTo>
                    <a:lnTo>
                      <a:pt x="84" y="82"/>
                    </a:lnTo>
                    <a:lnTo>
                      <a:pt x="83" y="78"/>
                    </a:lnTo>
                    <a:lnTo>
                      <a:pt x="83" y="75"/>
                    </a:lnTo>
                    <a:lnTo>
                      <a:pt x="84" y="73"/>
                    </a:lnTo>
                    <a:lnTo>
                      <a:pt x="87" y="71"/>
                    </a:lnTo>
                    <a:lnTo>
                      <a:pt x="87" y="66"/>
                    </a:lnTo>
                    <a:lnTo>
                      <a:pt x="87" y="64"/>
                    </a:lnTo>
                    <a:lnTo>
                      <a:pt x="88" y="61"/>
                    </a:lnTo>
                    <a:lnTo>
                      <a:pt x="89" y="60"/>
                    </a:lnTo>
                    <a:lnTo>
                      <a:pt x="90" y="58"/>
                    </a:lnTo>
                    <a:lnTo>
                      <a:pt x="91" y="51"/>
                    </a:lnTo>
                    <a:lnTo>
                      <a:pt x="93" y="49"/>
                    </a:lnTo>
                    <a:lnTo>
                      <a:pt x="97" y="43"/>
                    </a:lnTo>
                    <a:lnTo>
                      <a:pt x="98" y="41"/>
                    </a:lnTo>
                    <a:lnTo>
                      <a:pt x="98" y="37"/>
                    </a:lnTo>
                    <a:lnTo>
                      <a:pt x="99" y="37"/>
                    </a:lnTo>
                    <a:lnTo>
                      <a:pt x="102" y="34"/>
                    </a:lnTo>
                    <a:lnTo>
                      <a:pt x="103" y="26"/>
                    </a:lnTo>
                    <a:lnTo>
                      <a:pt x="102" y="23"/>
                    </a:lnTo>
                    <a:lnTo>
                      <a:pt x="99" y="21"/>
                    </a:lnTo>
                    <a:lnTo>
                      <a:pt x="99" y="19"/>
                    </a:lnTo>
                    <a:lnTo>
                      <a:pt x="98" y="14"/>
                    </a:lnTo>
                    <a:lnTo>
                      <a:pt x="98" y="13"/>
                    </a:lnTo>
                    <a:lnTo>
                      <a:pt x="97" y="11"/>
                    </a:lnTo>
                    <a:lnTo>
                      <a:pt x="94" y="9"/>
                    </a:lnTo>
                    <a:lnTo>
                      <a:pt x="98" y="7"/>
                    </a:lnTo>
                    <a:lnTo>
                      <a:pt x="98" y="5"/>
                    </a:lnTo>
                    <a:lnTo>
                      <a:pt x="97" y="2"/>
                    </a:lnTo>
                    <a:lnTo>
                      <a:pt x="94" y="0"/>
                    </a:lnTo>
                    <a:lnTo>
                      <a:pt x="0" y="3"/>
                    </a:lnTo>
                    <a:lnTo>
                      <a:pt x="0" y="47"/>
                    </a:lnTo>
                    <a:lnTo>
                      <a:pt x="7" y="53"/>
                    </a:lnTo>
                    <a:lnTo>
                      <a:pt x="7" y="55"/>
                    </a:lnTo>
                    <a:lnTo>
                      <a:pt x="11" y="64"/>
                    </a:lnTo>
                    <a:lnTo>
                      <a:pt x="12" y="66"/>
                    </a:lnTo>
                    <a:lnTo>
                      <a:pt x="12" y="72"/>
                    </a:lnTo>
                    <a:lnTo>
                      <a:pt x="13" y="75"/>
                    </a:lnTo>
                    <a:lnTo>
                      <a:pt x="15" y="83"/>
                    </a:lnTo>
                    <a:lnTo>
                      <a:pt x="17" y="89"/>
                    </a:lnTo>
                    <a:lnTo>
                      <a:pt x="13" y="94"/>
                    </a:lnTo>
                    <a:lnTo>
                      <a:pt x="11" y="102"/>
                    </a:lnTo>
                    <a:lnTo>
                      <a:pt x="11" y="105"/>
                    </a:lnTo>
                    <a:lnTo>
                      <a:pt x="9" y="110"/>
                    </a:lnTo>
                    <a:lnTo>
                      <a:pt x="12" y="117"/>
                    </a:lnTo>
                    <a:lnTo>
                      <a:pt x="12" y="121"/>
                    </a:lnTo>
                    <a:lnTo>
                      <a:pt x="9" y="131"/>
                    </a:lnTo>
                    <a:lnTo>
                      <a:pt x="6" y="136"/>
                    </a:lnTo>
                    <a:lnTo>
                      <a:pt x="10" y="136"/>
                    </a:lnTo>
                    <a:lnTo>
                      <a:pt x="15" y="136"/>
                    </a:lnTo>
                    <a:lnTo>
                      <a:pt x="18" y="134"/>
                    </a:lnTo>
                    <a:lnTo>
                      <a:pt x="22" y="134"/>
                    </a:lnTo>
                    <a:lnTo>
                      <a:pt x="25" y="134"/>
                    </a:lnTo>
                    <a:lnTo>
                      <a:pt x="34" y="136"/>
                    </a:lnTo>
                    <a:lnTo>
                      <a:pt x="39" y="137"/>
                    </a:lnTo>
                    <a:lnTo>
                      <a:pt x="44" y="139"/>
                    </a:lnTo>
                    <a:lnTo>
                      <a:pt x="51" y="142"/>
                    </a:lnTo>
                    <a:lnTo>
                      <a:pt x="64" y="142"/>
                    </a:lnTo>
                    <a:lnTo>
                      <a:pt x="72" y="142"/>
                    </a:lnTo>
                    <a:lnTo>
                      <a:pt x="79" y="142"/>
                    </a:lnTo>
                    <a:lnTo>
                      <a:pt x="80" y="141"/>
                    </a:lnTo>
                    <a:lnTo>
                      <a:pt x="78" y="138"/>
                    </a:lnTo>
                    <a:lnTo>
                      <a:pt x="73" y="138"/>
                    </a:lnTo>
                    <a:lnTo>
                      <a:pt x="72" y="138"/>
                    </a:lnTo>
                    <a:lnTo>
                      <a:pt x="70" y="137"/>
                    </a:lnTo>
                    <a:lnTo>
                      <a:pt x="71" y="134"/>
                    </a:lnTo>
                    <a:lnTo>
                      <a:pt x="72" y="132"/>
                    </a:lnTo>
                    <a:lnTo>
                      <a:pt x="77" y="132"/>
                    </a:lnTo>
                    <a:lnTo>
                      <a:pt x="84" y="135"/>
                    </a:lnTo>
                    <a:lnTo>
                      <a:pt x="91" y="141"/>
                    </a:lnTo>
                    <a:lnTo>
                      <a:pt x="97" y="142"/>
                    </a:lnTo>
                    <a:lnTo>
                      <a:pt x="101" y="140"/>
                    </a:lnTo>
                    <a:lnTo>
                      <a:pt x="100" y="144"/>
                    </a:lnTo>
                    <a:lnTo>
                      <a:pt x="98" y="150"/>
                    </a:lnTo>
                    <a:lnTo>
                      <a:pt x="100" y="153"/>
                    </a:lnTo>
                    <a:lnTo>
                      <a:pt x="106" y="155"/>
                    </a:lnTo>
                    <a:lnTo>
                      <a:pt x="111" y="155"/>
                    </a:lnTo>
                    <a:lnTo>
                      <a:pt x="115" y="158"/>
                    </a:lnTo>
                    <a:lnTo>
                      <a:pt x="119" y="158"/>
                    </a:lnTo>
                    <a:lnTo>
                      <a:pt x="121" y="154"/>
                    </a:lnTo>
                    <a:lnTo>
                      <a:pt x="125" y="150"/>
                    </a:lnTo>
                    <a:lnTo>
                      <a:pt x="128" y="149"/>
                    </a:lnTo>
                    <a:lnTo>
                      <a:pt x="132" y="150"/>
                    </a:lnTo>
                    <a:lnTo>
                      <a:pt x="136" y="155"/>
                    </a:lnTo>
                    <a:lnTo>
                      <a:pt x="140" y="155"/>
                    </a:lnTo>
                    <a:lnTo>
                      <a:pt x="142" y="153"/>
                    </a:lnTo>
                    <a:lnTo>
                      <a:pt x="140" y="145"/>
                    </a:lnTo>
                    <a:lnTo>
                      <a:pt x="140" y="143"/>
                    </a:lnTo>
                    <a:lnTo>
                      <a:pt x="142" y="141"/>
                    </a:lnTo>
                    <a:lnTo>
                      <a:pt x="146" y="141"/>
                    </a:lnTo>
                    <a:lnTo>
                      <a:pt x="150" y="143"/>
                    </a:lnTo>
                    <a:lnTo>
                      <a:pt x="150" y="147"/>
                    </a:lnTo>
                    <a:lnTo>
                      <a:pt x="158" y="148"/>
                    </a:lnTo>
                    <a:lnTo>
                      <a:pt x="165" y="151"/>
                    </a:lnTo>
                    <a:lnTo>
                      <a:pt x="168" y="154"/>
                    </a:lnTo>
                    <a:lnTo>
                      <a:pt x="166" y="157"/>
                    </a:lnTo>
                    <a:lnTo>
                      <a:pt x="165" y="161"/>
                    </a:lnTo>
                    <a:lnTo>
                      <a:pt x="169" y="161"/>
                    </a:lnTo>
                    <a:lnTo>
                      <a:pt x="171" y="158"/>
                    </a:lnTo>
                    <a:lnTo>
                      <a:pt x="173" y="156"/>
                    </a:lnTo>
                    <a:lnTo>
                      <a:pt x="176" y="158"/>
                    </a:lnTo>
                    <a:lnTo>
                      <a:pt x="176" y="160"/>
                    </a:lnTo>
                    <a:lnTo>
                      <a:pt x="178" y="157"/>
                    </a:lnTo>
                    <a:lnTo>
                      <a:pt x="181" y="154"/>
                    </a:lnTo>
                    <a:lnTo>
                      <a:pt x="182" y="153"/>
                    </a:lnTo>
                    <a:lnTo>
                      <a:pt x="181" y="14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6" name="Freeform 35">
                <a:extLst>
                  <a:ext uri="{FF2B5EF4-FFF2-40B4-BE49-F238E27FC236}">
                    <a16:creationId xmlns:a16="http://schemas.microsoft.com/office/drawing/2014/main" id="{F8A0BCA8-1A4B-A918-A5F7-8DB8FF95D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2668" y="2425657"/>
                <a:ext cx="241823" cy="218143"/>
              </a:xfrm>
              <a:custGeom>
                <a:avLst/>
                <a:gdLst>
                  <a:gd name="T0" fmla="*/ 6 w 163"/>
                  <a:gd name="T1" fmla="*/ 123 h 147"/>
                  <a:gd name="T2" fmla="*/ 4 w 163"/>
                  <a:gd name="T3" fmla="*/ 121 h 147"/>
                  <a:gd name="T4" fmla="*/ 7 w 163"/>
                  <a:gd name="T5" fmla="*/ 124 h 147"/>
                  <a:gd name="T6" fmla="*/ 10 w 163"/>
                  <a:gd name="T7" fmla="*/ 125 h 147"/>
                  <a:gd name="T8" fmla="*/ 12 w 163"/>
                  <a:gd name="T9" fmla="*/ 123 h 147"/>
                  <a:gd name="T10" fmla="*/ 22 w 163"/>
                  <a:gd name="T11" fmla="*/ 124 h 147"/>
                  <a:gd name="T12" fmla="*/ 22 w 163"/>
                  <a:gd name="T13" fmla="*/ 147 h 147"/>
                  <a:gd name="T14" fmla="*/ 116 w 163"/>
                  <a:gd name="T15" fmla="*/ 144 h 147"/>
                  <a:gd name="T16" fmla="*/ 117 w 163"/>
                  <a:gd name="T17" fmla="*/ 144 h 147"/>
                  <a:gd name="T18" fmla="*/ 119 w 163"/>
                  <a:gd name="T19" fmla="*/ 139 h 147"/>
                  <a:gd name="T20" fmla="*/ 120 w 163"/>
                  <a:gd name="T21" fmla="*/ 136 h 147"/>
                  <a:gd name="T22" fmla="*/ 119 w 163"/>
                  <a:gd name="T23" fmla="*/ 133 h 147"/>
                  <a:gd name="T24" fmla="*/ 119 w 163"/>
                  <a:gd name="T25" fmla="*/ 127 h 147"/>
                  <a:gd name="T26" fmla="*/ 119 w 163"/>
                  <a:gd name="T27" fmla="*/ 125 h 147"/>
                  <a:gd name="T28" fmla="*/ 117 w 163"/>
                  <a:gd name="T29" fmla="*/ 122 h 147"/>
                  <a:gd name="T30" fmla="*/ 116 w 163"/>
                  <a:gd name="T31" fmla="*/ 121 h 147"/>
                  <a:gd name="T32" fmla="*/ 116 w 163"/>
                  <a:gd name="T33" fmla="*/ 119 h 147"/>
                  <a:gd name="T34" fmla="*/ 117 w 163"/>
                  <a:gd name="T35" fmla="*/ 117 h 147"/>
                  <a:gd name="T36" fmla="*/ 116 w 163"/>
                  <a:gd name="T37" fmla="*/ 116 h 147"/>
                  <a:gd name="T38" fmla="*/ 118 w 163"/>
                  <a:gd name="T39" fmla="*/ 113 h 147"/>
                  <a:gd name="T40" fmla="*/ 121 w 163"/>
                  <a:gd name="T41" fmla="*/ 109 h 147"/>
                  <a:gd name="T42" fmla="*/ 122 w 163"/>
                  <a:gd name="T43" fmla="*/ 109 h 147"/>
                  <a:gd name="T44" fmla="*/ 121 w 163"/>
                  <a:gd name="T45" fmla="*/ 107 h 147"/>
                  <a:gd name="T46" fmla="*/ 123 w 163"/>
                  <a:gd name="T47" fmla="*/ 103 h 147"/>
                  <a:gd name="T48" fmla="*/ 125 w 163"/>
                  <a:gd name="T49" fmla="*/ 100 h 147"/>
                  <a:gd name="T50" fmla="*/ 123 w 163"/>
                  <a:gd name="T51" fmla="*/ 99 h 147"/>
                  <a:gd name="T52" fmla="*/ 124 w 163"/>
                  <a:gd name="T53" fmla="*/ 95 h 147"/>
                  <a:gd name="T54" fmla="*/ 127 w 163"/>
                  <a:gd name="T55" fmla="*/ 92 h 147"/>
                  <a:gd name="T56" fmla="*/ 132 w 163"/>
                  <a:gd name="T57" fmla="*/ 86 h 147"/>
                  <a:gd name="T58" fmla="*/ 135 w 163"/>
                  <a:gd name="T59" fmla="*/ 81 h 147"/>
                  <a:gd name="T60" fmla="*/ 135 w 163"/>
                  <a:gd name="T61" fmla="*/ 77 h 147"/>
                  <a:gd name="T62" fmla="*/ 137 w 163"/>
                  <a:gd name="T63" fmla="*/ 72 h 147"/>
                  <a:gd name="T64" fmla="*/ 138 w 163"/>
                  <a:gd name="T65" fmla="*/ 72 h 147"/>
                  <a:gd name="T66" fmla="*/ 140 w 163"/>
                  <a:gd name="T67" fmla="*/ 70 h 147"/>
                  <a:gd name="T68" fmla="*/ 141 w 163"/>
                  <a:gd name="T69" fmla="*/ 67 h 147"/>
                  <a:gd name="T70" fmla="*/ 143 w 163"/>
                  <a:gd name="T71" fmla="*/ 65 h 147"/>
                  <a:gd name="T72" fmla="*/ 147 w 163"/>
                  <a:gd name="T73" fmla="*/ 63 h 147"/>
                  <a:gd name="T74" fmla="*/ 146 w 163"/>
                  <a:gd name="T75" fmla="*/ 60 h 147"/>
                  <a:gd name="T76" fmla="*/ 148 w 163"/>
                  <a:gd name="T77" fmla="*/ 58 h 147"/>
                  <a:gd name="T78" fmla="*/ 150 w 163"/>
                  <a:gd name="T79" fmla="*/ 54 h 147"/>
                  <a:gd name="T80" fmla="*/ 150 w 163"/>
                  <a:gd name="T81" fmla="*/ 48 h 147"/>
                  <a:gd name="T82" fmla="*/ 150 w 163"/>
                  <a:gd name="T83" fmla="*/ 43 h 147"/>
                  <a:gd name="T84" fmla="*/ 153 w 163"/>
                  <a:gd name="T85" fmla="*/ 39 h 147"/>
                  <a:gd name="T86" fmla="*/ 156 w 163"/>
                  <a:gd name="T87" fmla="*/ 37 h 147"/>
                  <a:gd name="T88" fmla="*/ 156 w 163"/>
                  <a:gd name="T89" fmla="*/ 35 h 147"/>
                  <a:gd name="T90" fmla="*/ 157 w 163"/>
                  <a:gd name="T91" fmla="*/ 33 h 147"/>
                  <a:gd name="T92" fmla="*/ 157 w 163"/>
                  <a:gd name="T93" fmla="*/ 29 h 147"/>
                  <a:gd name="T94" fmla="*/ 160 w 163"/>
                  <a:gd name="T95" fmla="*/ 28 h 147"/>
                  <a:gd name="T96" fmla="*/ 161 w 163"/>
                  <a:gd name="T97" fmla="*/ 26 h 147"/>
                  <a:gd name="T98" fmla="*/ 162 w 163"/>
                  <a:gd name="T99" fmla="*/ 24 h 147"/>
                  <a:gd name="T100" fmla="*/ 163 w 163"/>
                  <a:gd name="T101" fmla="*/ 22 h 147"/>
                  <a:gd name="T102" fmla="*/ 163 w 163"/>
                  <a:gd name="T103" fmla="*/ 19 h 147"/>
                  <a:gd name="T104" fmla="*/ 138 w 163"/>
                  <a:gd name="T105" fmla="*/ 20 h 147"/>
                  <a:gd name="T106" fmla="*/ 148 w 163"/>
                  <a:gd name="T107" fmla="*/ 5 h 147"/>
                  <a:gd name="T108" fmla="*/ 147 w 163"/>
                  <a:gd name="T109" fmla="*/ 0 h 147"/>
                  <a:gd name="T110" fmla="*/ 0 w 163"/>
                  <a:gd name="T111" fmla="*/ 4 h 147"/>
                  <a:gd name="T112" fmla="*/ 7 w 163"/>
                  <a:gd name="T113" fmla="*/ 47 h 147"/>
                  <a:gd name="T114" fmla="*/ 6 w 163"/>
                  <a:gd name="T115" fmla="*/ 12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3" h="147">
                    <a:moveTo>
                      <a:pt x="6" y="123"/>
                    </a:moveTo>
                    <a:lnTo>
                      <a:pt x="4" y="121"/>
                    </a:lnTo>
                    <a:lnTo>
                      <a:pt x="7" y="124"/>
                    </a:lnTo>
                    <a:lnTo>
                      <a:pt x="10" y="125"/>
                    </a:lnTo>
                    <a:lnTo>
                      <a:pt x="12" y="123"/>
                    </a:lnTo>
                    <a:lnTo>
                      <a:pt x="22" y="124"/>
                    </a:lnTo>
                    <a:lnTo>
                      <a:pt x="22" y="147"/>
                    </a:lnTo>
                    <a:lnTo>
                      <a:pt x="116" y="144"/>
                    </a:lnTo>
                    <a:lnTo>
                      <a:pt x="117" y="144"/>
                    </a:lnTo>
                    <a:lnTo>
                      <a:pt x="119" y="139"/>
                    </a:lnTo>
                    <a:lnTo>
                      <a:pt x="120" y="136"/>
                    </a:lnTo>
                    <a:lnTo>
                      <a:pt x="119" y="133"/>
                    </a:lnTo>
                    <a:lnTo>
                      <a:pt x="119" y="127"/>
                    </a:lnTo>
                    <a:lnTo>
                      <a:pt x="119" y="125"/>
                    </a:lnTo>
                    <a:lnTo>
                      <a:pt x="117" y="122"/>
                    </a:lnTo>
                    <a:lnTo>
                      <a:pt x="116" y="121"/>
                    </a:lnTo>
                    <a:lnTo>
                      <a:pt x="116" y="119"/>
                    </a:lnTo>
                    <a:lnTo>
                      <a:pt x="117" y="117"/>
                    </a:lnTo>
                    <a:lnTo>
                      <a:pt x="116" y="116"/>
                    </a:lnTo>
                    <a:lnTo>
                      <a:pt x="118" y="113"/>
                    </a:lnTo>
                    <a:lnTo>
                      <a:pt x="121" y="109"/>
                    </a:lnTo>
                    <a:lnTo>
                      <a:pt x="122" y="109"/>
                    </a:lnTo>
                    <a:lnTo>
                      <a:pt x="121" y="107"/>
                    </a:lnTo>
                    <a:lnTo>
                      <a:pt x="123" y="103"/>
                    </a:lnTo>
                    <a:lnTo>
                      <a:pt x="125" y="100"/>
                    </a:lnTo>
                    <a:lnTo>
                      <a:pt x="123" y="99"/>
                    </a:lnTo>
                    <a:lnTo>
                      <a:pt x="124" y="95"/>
                    </a:lnTo>
                    <a:lnTo>
                      <a:pt x="127" y="92"/>
                    </a:lnTo>
                    <a:lnTo>
                      <a:pt x="132" y="86"/>
                    </a:lnTo>
                    <a:lnTo>
                      <a:pt x="135" y="81"/>
                    </a:lnTo>
                    <a:lnTo>
                      <a:pt x="135" y="77"/>
                    </a:lnTo>
                    <a:lnTo>
                      <a:pt x="137" y="72"/>
                    </a:lnTo>
                    <a:lnTo>
                      <a:pt x="138" y="72"/>
                    </a:lnTo>
                    <a:lnTo>
                      <a:pt x="140" y="70"/>
                    </a:lnTo>
                    <a:lnTo>
                      <a:pt x="141" y="67"/>
                    </a:lnTo>
                    <a:lnTo>
                      <a:pt x="143" y="65"/>
                    </a:lnTo>
                    <a:lnTo>
                      <a:pt x="147" y="63"/>
                    </a:lnTo>
                    <a:lnTo>
                      <a:pt x="146" y="60"/>
                    </a:lnTo>
                    <a:lnTo>
                      <a:pt x="148" y="58"/>
                    </a:lnTo>
                    <a:lnTo>
                      <a:pt x="150" y="54"/>
                    </a:lnTo>
                    <a:lnTo>
                      <a:pt x="150" y="48"/>
                    </a:lnTo>
                    <a:lnTo>
                      <a:pt x="150" y="43"/>
                    </a:lnTo>
                    <a:lnTo>
                      <a:pt x="153" y="39"/>
                    </a:lnTo>
                    <a:lnTo>
                      <a:pt x="156" y="37"/>
                    </a:lnTo>
                    <a:lnTo>
                      <a:pt x="156" y="35"/>
                    </a:lnTo>
                    <a:lnTo>
                      <a:pt x="157" y="33"/>
                    </a:lnTo>
                    <a:lnTo>
                      <a:pt x="157" y="29"/>
                    </a:lnTo>
                    <a:lnTo>
                      <a:pt x="160" y="28"/>
                    </a:lnTo>
                    <a:lnTo>
                      <a:pt x="161" y="26"/>
                    </a:lnTo>
                    <a:lnTo>
                      <a:pt x="162" y="24"/>
                    </a:lnTo>
                    <a:lnTo>
                      <a:pt x="163" y="22"/>
                    </a:lnTo>
                    <a:lnTo>
                      <a:pt x="163" y="19"/>
                    </a:lnTo>
                    <a:lnTo>
                      <a:pt x="138" y="20"/>
                    </a:lnTo>
                    <a:lnTo>
                      <a:pt x="148" y="5"/>
                    </a:lnTo>
                    <a:lnTo>
                      <a:pt x="147" y="0"/>
                    </a:lnTo>
                    <a:lnTo>
                      <a:pt x="0" y="4"/>
                    </a:lnTo>
                    <a:lnTo>
                      <a:pt x="7" y="47"/>
                    </a:lnTo>
                    <a:lnTo>
                      <a:pt x="6" y="1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7" name="Freeform 36">
                <a:extLst>
                  <a:ext uri="{FF2B5EF4-FFF2-40B4-BE49-F238E27FC236}">
                    <a16:creationId xmlns:a16="http://schemas.microsoft.com/office/drawing/2014/main" id="{0A34961D-AC81-16D6-2D5E-2F64C3764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49271" y="2381139"/>
                <a:ext cx="409467" cy="133556"/>
              </a:xfrm>
              <a:custGeom>
                <a:avLst/>
                <a:gdLst>
                  <a:gd name="T0" fmla="*/ 193 w 326"/>
                  <a:gd name="T1" fmla="*/ 14 h 107"/>
                  <a:gd name="T2" fmla="*/ 83 w 326"/>
                  <a:gd name="T3" fmla="*/ 21 h 107"/>
                  <a:gd name="T4" fmla="*/ 85 w 326"/>
                  <a:gd name="T5" fmla="*/ 31 h 107"/>
                  <a:gd name="T6" fmla="*/ 26 w 326"/>
                  <a:gd name="T7" fmla="*/ 32 h 107"/>
                  <a:gd name="T8" fmla="*/ 24 w 326"/>
                  <a:gd name="T9" fmla="*/ 33 h 107"/>
                  <a:gd name="T10" fmla="*/ 24 w 326"/>
                  <a:gd name="T11" fmla="*/ 36 h 107"/>
                  <a:gd name="T12" fmla="*/ 24 w 326"/>
                  <a:gd name="T13" fmla="*/ 39 h 107"/>
                  <a:gd name="T14" fmla="*/ 23 w 326"/>
                  <a:gd name="T15" fmla="*/ 42 h 107"/>
                  <a:gd name="T16" fmla="*/ 21 w 326"/>
                  <a:gd name="T17" fmla="*/ 43 h 107"/>
                  <a:gd name="T18" fmla="*/ 20 w 326"/>
                  <a:gd name="T19" fmla="*/ 45 h 107"/>
                  <a:gd name="T20" fmla="*/ 21 w 326"/>
                  <a:gd name="T21" fmla="*/ 46 h 107"/>
                  <a:gd name="T22" fmla="*/ 23 w 326"/>
                  <a:gd name="T23" fmla="*/ 50 h 107"/>
                  <a:gd name="T24" fmla="*/ 22 w 326"/>
                  <a:gd name="T25" fmla="*/ 52 h 107"/>
                  <a:gd name="T26" fmla="*/ 20 w 326"/>
                  <a:gd name="T27" fmla="*/ 55 h 107"/>
                  <a:gd name="T28" fmla="*/ 19 w 326"/>
                  <a:gd name="T29" fmla="*/ 58 h 107"/>
                  <a:gd name="T30" fmla="*/ 20 w 326"/>
                  <a:gd name="T31" fmla="*/ 58 h 107"/>
                  <a:gd name="T32" fmla="*/ 20 w 326"/>
                  <a:gd name="T33" fmla="*/ 62 h 107"/>
                  <a:gd name="T34" fmla="*/ 19 w 326"/>
                  <a:gd name="T35" fmla="*/ 64 h 107"/>
                  <a:gd name="T36" fmla="*/ 18 w 326"/>
                  <a:gd name="T37" fmla="*/ 66 h 107"/>
                  <a:gd name="T38" fmla="*/ 16 w 326"/>
                  <a:gd name="T39" fmla="*/ 69 h 107"/>
                  <a:gd name="T40" fmla="*/ 13 w 326"/>
                  <a:gd name="T41" fmla="*/ 70 h 107"/>
                  <a:gd name="T42" fmla="*/ 13 w 326"/>
                  <a:gd name="T43" fmla="*/ 75 h 107"/>
                  <a:gd name="T44" fmla="*/ 12 w 326"/>
                  <a:gd name="T45" fmla="*/ 77 h 107"/>
                  <a:gd name="T46" fmla="*/ 12 w 326"/>
                  <a:gd name="T47" fmla="*/ 79 h 107"/>
                  <a:gd name="T48" fmla="*/ 8 w 326"/>
                  <a:gd name="T49" fmla="*/ 82 h 107"/>
                  <a:gd name="T50" fmla="*/ 5 w 326"/>
                  <a:gd name="T51" fmla="*/ 87 h 107"/>
                  <a:gd name="T52" fmla="*/ 5 w 326"/>
                  <a:gd name="T53" fmla="*/ 92 h 107"/>
                  <a:gd name="T54" fmla="*/ 5 w 326"/>
                  <a:gd name="T55" fmla="*/ 99 h 107"/>
                  <a:gd name="T56" fmla="*/ 2 w 326"/>
                  <a:gd name="T57" fmla="*/ 104 h 107"/>
                  <a:gd name="T58" fmla="*/ 0 w 326"/>
                  <a:gd name="T59" fmla="*/ 107 h 107"/>
                  <a:gd name="T60" fmla="*/ 0 w 326"/>
                  <a:gd name="T61" fmla="*/ 107 h 107"/>
                  <a:gd name="T62" fmla="*/ 232 w 326"/>
                  <a:gd name="T63" fmla="*/ 89 h 107"/>
                  <a:gd name="T64" fmla="*/ 232 w 326"/>
                  <a:gd name="T65" fmla="*/ 89 h 107"/>
                  <a:gd name="T66" fmla="*/ 232 w 326"/>
                  <a:gd name="T67" fmla="*/ 88 h 107"/>
                  <a:gd name="T68" fmla="*/ 233 w 326"/>
                  <a:gd name="T69" fmla="*/ 82 h 107"/>
                  <a:gd name="T70" fmla="*/ 233 w 326"/>
                  <a:gd name="T71" fmla="*/ 79 h 107"/>
                  <a:gd name="T72" fmla="*/ 237 w 326"/>
                  <a:gd name="T73" fmla="*/ 75 h 107"/>
                  <a:gd name="T74" fmla="*/ 240 w 326"/>
                  <a:gd name="T75" fmla="*/ 75 h 107"/>
                  <a:gd name="T76" fmla="*/ 244 w 326"/>
                  <a:gd name="T77" fmla="*/ 72 h 107"/>
                  <a:gd name="T78" fmla="*/ 243 w 326"/>
                  <a:gd name="T79" fmla="*/ 68 h 107"/>
                  <a:gd name="T80" fmla="*/ 246 w 326"/>
                  <a:gd name="T81" fmla="*/ 64 h 107"/>
                  <a:gd name="T82" fmla="*/ 280 w 326"/>
                  <a:gd name="T83" fmla="*/ 44 h 107"/>
                  <a:gd name="T84" fmla="*/ 285 w 326"/>
                  <a:gd name="T85" fmla="*/ 41 h 107"/>
                  <a:gd name="T86" fmla="*/ 287 w 326"/>
                  <a:gd name="T87" fmla="*/ 37 h 107"/>
                  <a:gd name="T88" fmla="*/ 291 w 326"/>
                  <a:gd name="T89" fmla="*/ 31 h 107"/>
                  <a:gd name="T90" fmla="*/ 294 w 326"/>
                  <a:gd name="T91" fmla="*/ 31 h 107"/>
                  <a:gd name="T92" fmla="*/ 297 w 326"/>
                  <a:gd name="T93" fmla="*/ 35 h 107"/>
                  <a:gd name="T94" fmla="*/ 301 w 326"/>
                  <a:gd name="T95" fmla="*/ 31 h 107"/>
                  <a:gd name="T96" fmla="*/ 306 w 326"/>
                  <a:gd name="T97" fmla="*/ 25 h 107"/>
                  <a:gd name="T98" fmla="*/ 317 w 326"/>
                  <a:gd name="T99" fmla="*/ 23 h 107"/>
                  <a:gd name="T100" fmla="*/ 318 w 326"/>
                  <a:gd name="T101" fmla="*/ 19 h 107"/>
                  <a:gd name="T102" fmla="*/ 321 w 326"/>
                  <a:gd name="T103" fmla="*/ 14 h 107"/>
                  <a:gd name="T104" fmla="*/ 325 w 326"/>
                  <a:gd name="T105" fmla="*/ 12 h 107"/>
                  <a:gd name="T106" fmla="*/ 326 w 326"/>
                  <a:gd name="T107" fmla="*/ 12 h 107"/>
                  <a:gd name="T108" fmla="*/ 326 w 326"/>
                  <a:gd name="T109" fmla="*/ 0 h 107"/>
                  <a:gd name="T110" fmla="*/ 193 w 326"/>
                  <a:gd name="T111" fmla="*/ 1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26" h="107">
                    <a:moveTo>
                      <a:pt x="193" y="14"/>
                    </a:moveTo>
                    <a:cubicBezTo>
                      <a:pt x="83" y="21"/>
                      <a:pt x="83" y="21"/>
                      <a:pt x="83" y="21"/>
                    </a:cubicBezTo>
                    <a:cubicBezTo>
                      <a:pt x="85" y="31"/>
                      <a:pt x="85" y="31"/>
                      <a:pt x="85" y="31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3" y="49"/>
                      <a:pt x="23" y="50"/>
                    </a:cubicBezTo>
                    <a:cubicBezTo>
                      <a:pt x="24" y="51"/>
                      <a:pt x="22" y="52"/>
                      <a:pt x="22" y="52"/>
                    </a:cubicBezTo>
                    <a:cubicBezTo>
                      <a:pt x="20" y="55"/>
                      <a:pt x="20" y="55"/>
                      <a:pt x="20" y="55"/>
                    </a:cubicBezTo>
                    <a:cubicBezTo>
                      <a:pt x="19" y="58"/>
                      <a:pt x="19" y="58"/>
                      <a:pt x="19" y="58"/>
                    </a:cubicBezTo>
                    <a:cubicBezTo>
                      <a:pt x="20" y="58"/>
                      <a:pt x="20" y="58"/>
                      <a:pt x="20" y="58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12" y="77"/>
                      <a:pt x="12" y="77"/>
                      <a:pt x="12" y="77"/>
                    </a:cubicBezTo>
                    <a:cubicBezTo>
                      <a:pt x="12" y="79"/>
                      <a:pt x="12" y="79"/>
                      <a:pt x="12" y="79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5" y="87"/>
                      <a:pt x="5" y="87"/>
                      <a:pt x="5" y="87"/>
                    </a:cubicBezTo>
                    <a:cubicBezTo>
                      <a:pt x="5" y="92"/>
                      <a:pt x="5" y="92"/>
                      <a:pt x="5" y="92"/>
                    </a:cubicBezTo>
                    <a:cubicBezTo>
                      <a:pt x="5" y="99"/>
                      <a:pt x="5" y="99"/>
                      <a:pt x="5" y="99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8"/>
                      <a:pt x="232" y="88"/>
                      <a:pt x="232" y="88"/>
                    </a:cubicBezTo>
                    <a:cubicBezTo>
                      <a:pt x="233" y="82"/>
                      <a:pt x="233" y="82"/>
                      <a:pt x="233" y="82"/>
                    </a:cubicBezTo>
                    <a:cubicBezTo>
                      <a:pt x="233" y="79"/>
                      <a:pt x="233" y="79"/>
                      <a:pt x="233" y="79"/>
                    </a:cubicBezTo>
                    <a:cubicBezTo>
                      <a:pt x="237" y="75"/>
                      <a:pt x="237" y="75"/>
                      <a:pt x="237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4" y="72"/>
                      <a:pt x="244" y="72"/>
                      <a:pt x="244" y="72"/>
                    </a:cubicBezTo>
                    <a:cubicBezTo>
                      <a:pt x="243" y="68"/>
                      <a:pt x="243" y="68"/>
                      <a:pt x="243" y="68"/>
                    </a:cubicBezTo>
                    <a:cubicBezTo>
                      <a:pt x="246" y="64"/>
                      <a:pt x="246" y="64"/>
                      <a:pt x="246" y="64"/>
                    </a:cubicBezTo>
                    <a:cubicBezTo>
                      <a:pt x="280" y="44"/>
                      <a:pt x="280" y="44"/>
                      <a:pt x="280" y="44"/>
                    </a:cubicBezTo>
                    <a:cubicBezTo>
                      <a:pt x="285" y="41"/>
                      <a:pt x="285" y="41"/>
                      <a:pt x="285" y="41"/>
                    </a:cubicBezTo>
                    <a:cubicBezTo>
                      <a:pt x="287" y="37"/>
                      <a:pt x="287" y="37"/>
                      <a:pt x="287" y="37"/>
                    </a:cubicBezTo>
                    <a:cubicBezTo>
                      <a:pt x="291" y="31"/>
                      <a:pt x="291" y="31"/>
                      <a:pt x="291" y="31"/>
                    </a:cubicBezTo>
                    <a:cubicBezTo>
                      <a:pt x="294" y="31"/>
                      <a:pt x="294" y="31"/>
                      <a:pt x="294" y="31"/>
                    </a:cubicBezTo>
                    <a:cubicBezTo>
                      <a:pt x="297" y="35"/>
                      <a:pt x="297" y="35"/>
                      <a:pt x="297" y="35"/>
                    </a:cubicBezTo>
                    <a:cubicBezTo>
                      <a:pt x="301" y="31"/>
                      <a:pt x="301" y="31"/>
                      <a:pt x="301" y="31"/>
                    </a:cubicBezTo>
                    <a:cubicBezTo>
                      <a:pt x="306" y="25"/>
                      <a:pt x="306" y="25"/>
                      <a:pt x="306" y="25"/>
                    </a:cubicBezTo>
                    <a:cubicBezTo>
                      <a:pt x="317" y="23"/>
                      <a:pt x="317" y="23"/>
                      <a:pt x="317" y="23"/>
                    </a:cubicBezTo>
                    <a:cubicBezTo>
                      <a:pt x="318" y="19"/>
                      <a:pt x="318" y="19"/>
                      <a:pt x="318" y="19"/>
                    </a:cubicBezTo>
                    <a:cubicBezTo>
                      <a:pt x="321" y="14"/>
                      <a:pt x="321" y="14"/>
                      <a:pt x="321" y="14"/>
                    </a:cubicBezTo>
                    <a:cubicBezTo>
                      <a:pt x="325" y="12"/>
                      <a:pt x="325" y="12"/>
                      <a:pt x="325" y="12"/>
                    </a:cubicBezTo>
                    <a:cubicBezTo>
                      <a:pt x="326" y="12"/>
                      <a:pt x="326" y="12"/>
                      <a:pt x="326" y="12"/>
                    </a:cubicBezTo>
                    <a:cubicBezTo>
                      <a:pt x="326" y="0"/>
                      <a:pt x="326" y="0"/>
                      <a:pt x="326" y="0"/>
                    </a:cubicBezTo>
                    <a:lnTo>
                      <a:pt x="193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8" name="Freeform 37">
                <a:extLst>
                  <a:ext uri="{FF2B5EF4-FFF2-40B4-BE49-F238E27FC236}">
                    <a16:creationId xmlns:a16="http://schemas.microsoft.com/office/drawing/2014/main" id="{E771C9E6-F043-5CC3-C681-7A5562CC6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0052" y="2336619"/>
                <a:ext cx="409467" cy="181043"/>
              </a:xfrm>
              <a:custGeom>
                <a:avLst/>
                <a:gdLst>
                  <a:gd name="T0" fmla="*/ 320 w 326"/>
                  <a:gd name="T1" fmla="*/ 28 h 144"/>
                  <a:gd name="T2" fmla="*/ 315 w 326"/>
                  <a:gd name="T3" fmla="*/ 38 h 144"/>
                  <a:gd name="T4" fmla="*/ 311 w 326"/>
                  <a:gd name="T5" fmla="*/ 32 h 144"/>
                  <a:gd name="T6" fmla="*/ 300 w 326"/>
                  <a:gd name="T7" fmla="*/ 30 h 144"/>
                  <a:gd name="T8" fmla="*/ 289 w 326"/>
                  <a:gd name="T9" fmla="*/ 35 h 144"/>
                  <a:gd name="T10" fmla="*/ 285 w 326"/>
                  <a:gd name="T11" fmla="*/ 32 h 144"/>
                  <a:gd name="T12" fmla="*/ 282 w 326"/>
                  <a:gd name="T13" fmla="*/ 25 h 144"/>
                  <a:gd name="T14" fmla="*/ 281 w 326"/>
                  <a:gd name="T15" fmla="*/ 18 h 144"/>
                  <a:gd name="T16" fmla="*/ 284 w 326"/>
                  <a:gd name="T17" fmla="*/ 20 h 144"/>
                  <a:gd name="T18" fmla="*/ 290 w 326"/>
                  <a:gd name="T19" fmla="*/ 29 h 144"/>
                  <a:gd name="T20" fmla="*/ 295 w 326"/>
                  <a:gd name="T21" fmla="*/ 26 h 144"/>
                  <a:gd name="T22" fmla="*/ 305 w 326"/>
                  <a:gd name="T23" fmla="*/ 22 h 144"/>
                  <a:gd name="T24" fmla="*/ 306 w 326"/>
                  <a:gd name="T25" fmla="*/ 16 h 144"/>
                  <a:gd name="T26" fmla="*/ 303 w 326"/>
                  <a:gd name="T27" fmla="*/ 12 h 144"/>
                  <a:gd name="T28" fmla="*/ 312 w 326"/>
                  <a:gd name="T29" fmla="*/ 14 h 144"/>
                  <a:gd name="T30" fmla="*/ 308 w 326"/>
                  <a:gd name="T31" fmla="*/ 4 h 144"/>
                  <a:gd name="T32" fmla="*/ 155 w 326"/>
                  <a:gd name="T33" fmla="*/ 28 h 144"/>
                  <a:gd name="T34" fmla="*/ 93 w 326"/>
                  <a:gd name="T35" fmla="*/ 47 h 144"/>
                  <a:gd name="T36" fmla="*/ 85 w 326"/>
                  <a:gd name="T37" fmla="*/ 58 h 144"/>
                  <a:gd name="T38" fmla="*/ 65 w 326"/>
                  <a:gd name="T39" fmla="*/ 70 h 144"/>
                  <a:gd name="T40" fmla="*/ 55 w 326"/>
                  <a:gd name="T41" fmla="*/ 72 h 144"/>
                  <a:gd name="T42" fmla="*/ 14 w 326"/>
                  <a:gd name="T43" fmla="*/ 99 h 144"/>
                  <a:gd name="T44" fmla="*/ 8 w 326"/>
                  <a:gd name="T45" fmla="*/ 110 h 144"/>
                  <a:gd name="T46" fmla="*/ 1 w 326"/>
                  <a:gd name="T47" fmla="*/ 117 h 144"/>
                  <a:gd name="T48" fmla="*/ 0 w 326"/>
                  <a:gd name="T49" fmla="*/ 124 h 144"/>
                  <a:gd name="T50" fmla="*/ 83 w 326"/>
                  <a:gd name="T51" fmla="*/ 104 h 144"/>
                  <a:gd name="T52" fmla="*/ 108 w 326"/>
                  <a:gd name="T53" fmla="*/ 105 h 144"/>
                  <a:gd name="T54" fmla="*/ 123 w 326"/>
                  <a:gd name="T55" fmla="*/ 100 h 144"/>
                  <a:gd name="T56" fmla="*/ 142 w 326"/>
                  <a:gd name="T57" fmla="*/ 114 h 144"/>
                  <a:gd name="T58" fmla="*/ 243 w 326"/>
                  <a:gd name="T59" fmla="*/ 140 h 144"/>
                  <a:gd name="T60" fmla="*/ 256 w 326"/>
                  <a:gd name="T61" fmla="*/ 136 h 144"/>
                  <a:gd name="T62" fmla="*/ 263 w 326"/>
                  <a:gd name="T63" fmla="*/ 117 h 144"/>
                  <a:gd name="T64" fmla="*/ 271 w 326"/>
                  <a:gd name="T65" fmla="*/ 106 h 144"/>
                  <a:gd name="T66" fmla="*/ 270 w 326"/>
                  <a:gd name="T67" fmla="*/ 100 h 144"/>
                  <a:gd name="T68" fmla="*/ 272 w 326"/>
                  <a:gd name="T69" fmla="*/ 97 h 144"/>
                  <a:gd name="T70" fmla="*/ 278 w 326"/>
                  <a:gd name="T71" fmla="*/ 100 h 144"/>
                  <a:gd name="T72" fmla="*/ 281 w 326"/>
                  <a:gd name="T73" fmla="*/ 95 h 144"/>
                  <a:gd name="T74" fmla="*/ 285 w 326"/>
                  <a:gd name="T75" fmla="*/ 95 h 144"/>
                  <a:gd name="T76" fmla="*/ 296 w 326"/>
                  <a:gd name="T77" fmla="*/ 91 h 144"/>
                  <a:gd name="T78" fmla="*/ 301 w 326"/>
                  <a:gd name="T79" fmla="*/ 87 h 144"/>
                  <a:gd name="T80" fmla="*/ 308 w 326"/>
                  <a:gd name="T81" fmla="*/ 81 h 144"/>
                  <a:gd name="T82" fmla="*/ 308 w 326"/>
                  <a:gd name="T83" fmla="*/ 75 h 144"/>
                  <a:gd name="T84" fmla="*/ 301 w 326"/>
                  <a:gd name="T85" fmla="*/ 78 h 144"/>
                  <a:gd name="T86" fmla="*/ 291 w 326"/>
                  <a:gd name="T87" fmla="*/ 83 h 144"/>
                  <a:gd name="T88" fmla="*/ 283 w 326"/>
                  <a:gd name="T89" fmla="*/ 77 h 144"/>
                  <a:gd name="T90" fmla="*/ 288 w 326"/>
                  <a:gd name="T91" fmla="*/ 77 h 144"/>
                  <a:gd name="T92" fmla="*/ 296 w 326"/>
                  <a:gd name="T93" fmla="*/ 73 h 144"/>
                  <a:gd name="T94" fmla="*/ 297 w 326"/>
                  <a:gd name="T95" fmla="*/ 68 h 144"/>
                  <a:gd name="T96" fmla="*/ 296 w 326"/>
                  <a:gd name="T97" fmla="*/ 64 h 144"/>
                  <a:gd name="T98" fmla="*/ 280 w 326"/>
                  <a:gd name="T99" fmla="*/ 58 h 144"/>
                  <a:gd name="T100" fmla="*/ 290 w 326"/>
                  <a:gd name="T101" fmla="*/ 57 h 144"/>
                  <a:gd name="T102" fmla="*/ 294 w 326"/>
                  <a:gd name="T103" fmla="*/ 55 h 144"/>
                  <a:gd name="T104" fmla="*/ 294 w 326"/>
                  <a:gd name="T105" fmla="*/ 51 h 144"/>
                  <a:gd name="T106" fmla="*/ 300 w 326"/>
                  <a:gd name="T107" fmla="*/ 58 h 144"/>
                  <a:gd name="T108" fmla="*/ 306 w 326"/>
                  <a:gd name="T109" fmla="*/ 58 h 144"/>
                  <a:gd name="T110" fmla="*/ 317 w 326"/>
                  <a:gd name="T111" fmla="*/ 57 h 144"/>
                  <a:gd name="T112" fmla="*/ 319 w 326"/>
                  <a:gd name="T113" fmla="*/ 48 h 144"/>
                  <a:gd name="T114" fmla="*/ 322 w 326"/>
                  <a:gd name="T115" fmla="*/ 42 h 144"/>
                  <a:gd name="T116" fmla="*/ 325 w 326"/>
                  <a:gd name="T117" fmla="*/ 3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26" h="144">
                    <a:moveTo>
                      <a:pt x="324" y="34"/>
                    </a:moveTo>
                    <a:cubicBezTo>
                      <a:pt x="322" y="31"/>
                      <a:pt x="322" y="31"/>
                      <a:pt x="322" y="31"/>
                    </a:cubicBezTo>
                    <a:cubicBezTo>
                      <a:pt x="320" y="28"/>
                      <a:pt x="320" y="28"/>
                      <a:pt x="320" y="28"/>
                    </a:cubicBezTo>
                    <a:cubicBezTo>
                      <a:pt x="317" y="28"/>
                      <a:pt x="317" y="28"/>
                      <a:pt x="317" y="28"/>
                    </a:cubicBezTo>
                    <a:cubicBezTo>
                      <a:pt x="316" y="29"/>
                      <a:pt x="316" y="29"/>
                      <a:pt x="316" y="29"/>
                    </a:cubicBezTo>
                    <a:cubicBezTo>
                      <a:pt x="315" y="38"/>
                      <a:pt x="315" y="38"/>
                      <a:pt x="315" y="38"/>
                    </a:cubicBezTo>
                    <a:cubicBezTo>
                      <a:pt x="315" y="40"/>
                      <a:pt x="315" y="40"/>
                      <a:pt x="315" y="40"/>
                    </a:cubicBezTo>
                    <a:cubicBezTo>
                      <a:pt x="312" y="38"/>
                      <a:pt x="312" y="38"/>
                      <a:pt x="312" y="38"/>
                    </a:cubicBezTo>
                    <a:cubicBezTo>
                      <a:pt x="311" y="32"/>
                      <a:pt x="311" y="32"/>
                      <a:pt x="311" y="32"/>
                    </a:cubicBezTo>
                    <a:cubicBezTo>
                      <a:pt x="309" y="28"/>
                      <a:pt x="309" y="28"/>
                      <a:pt x="309" y="28"/>
                    </a:cubicBezTo>
                    <a:cubicBezTo>
                      <a:pt x="306" y="27"/>
                      <a:pt x="306" y="27"/>
                      <a:pt x="306" y="27"/>
                    </a:cubicBezTo>
                    <a:cubicBezTo>
                      <a:pt x="300" y="30"/>
                      <a:pt x="300" y="30"/>
                      <a:pt x="300" y="30"/>
                    </a:cubicBezTo>
                    <a:cubicBezTo>
                      <a:pt x="298" y="30"/>
                      <a:pt x="298" y="30"/>
                      <a:pt x="298" y="30"/>
                    </a:cubicBezTo>
                    <a:cubicBezTo>
                      <a:pt x="292" y="32"/>
                      <a:pt x="292" y="32"/>
                      <a:pt x="292" y="32"/>
                    </a:cubicBezTo>
                    <a:cubicBezTo>
                      <a:pt x="289" y="35"/>
                      <a:pt x="289" y="35"/>
                      <a:pt x="289" y="35"/>
                    </a:cubicBezTo>
                    <a:cubicBezTo>
                      <a:pt x="286" y="39"/>
                      <a:pt x="286" y="39"/>
                      <a:pt x="286" y="39"/>
                    </a:cubicBezTo>
                    <a:cubicBezTo>
                      <a:pt x="285" y="37"/>
                      <a:pt x="285" y="37"/>
                      <a:pt x="285" y="37"/>
                    </a:cubicBezTo>
                    <a:cubicBezTo>
                      <a:pt x="285" y="32"/>
                      <a:pt x="285" y="32"/>
                      <a:pt x="285" y="32"/>
                    </a:cubicBezTo>
                    <a:cubicBezTo>
                      <a:pt x="285" y="30"/>
                      <a:pt x="285" y="30"/>
                      <a:pt x="285" y="30"/>
                    </a:cubicBezTo>
                    <a:cubicBezTo>
                      <a:pt x="283" y="27"/>
                      <a:pt x="283" y="27"/>
                      <a:pt x="283" y="27"/>
                    </a:cubicBezTo>
                    <a:cubicBezTo>
                      <a:pt x="282" y="25"/>
                      <a:pt x="282" y="25"/>
                      <a:pt x="282" y="25"/>
                    </a:cubicBezTo>
                    <a:cubicBezTo>
                      <a:pt x="281" y="23"/>
                      <a:pt x="281" y="23"/>
                      <a:pt x="281" y="23"/>
                    </a:cubicBezTo>
                    <a:cubicBezTo>
                      <a:pt x="281" y="20"/>
                      <a:pt x="281" y="20"/>
                      <a:pt x="281" y="20"/>
                    </a:cubicBezTo>
                    <a:cubicBezTo>
                      <a:pt x="281" y="18"/>
                      <a:pt x="281" y="18"/>
                      <a:pt x="281" y="18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5" y="26"/>
                      <a:pt x="285" y="26"/>
                      <a:pt x="285" y="26"/>
                    </a:cubicBezTo>
                    <a:cubicBezTo>
                      <a:pt x="287" y="31"/>
                      <a:pt x="287" y="31"/>
                      <a:pt x="287" y="31"/>
                    </a:cubicBezTo>
                    <a:cubicBezTo>
                      <a:pt x="290" y="29"/>
                      <a:pt x="290" y="29"/>
                      <a:pt x="290" y="29"/>
                    </a:cubicBezTo>
                    <a:cubicBezTo>
                      <a:pt x="291" y="28"/>
                      <a:pt x="291" y="28"/>
                      <a:pt x="291" y="28"/>
                    </a:cubicBezTo>
                    <a:cubicBezTo>
                      <a:pt x="294" y="26"/>
                      <a:pt x="294" y="26"/>
                      <a:pt x="294" y="26"/>
                    </a:cubicBezTo>
                    <a:cubicBezTo>
                      <a:pt x="295" y="26"/>
                      <a:pt x="295" y="26"/>
                      <a:pt x="295" y="26"/>
                    </a:cubicBezTo>
                    <a:cubicBezTo>
                      <a:pt x="299" y="24"/>
                      <a:pt x="299" y="24"/>
                      <a:pt x="299" y="24"/>
                    </a:cubicBezTo>
                    <a:cubicBezTo>
                      <a:pt x="300" y="22"/>
                      <a:pt x="300" y="22"/>
                      <a:pt x="300" y="22"/>
                    </a:cubicBezTo>
                    <a:cubicBezTo>
                      <a:pt x="305" y="22"/>
                      <a:pt x="305" y="22"/>
                      <a:pt x="305" y="22"/>
                    </a:cubicBezTo>
                    <a:cubicBezTo>
                      <a:pt x="306" y="19"/>
                      <a:pt x="306" y="19"/>
                      <a:pt x="306" y="19"/>
                    </a:cubicBezTo>
                    <a:cubicBezTo>
                      <a:pt x="307" y="18"/>
                      <a:pt x="307" y="18"/>
                      <a:pt x="307" y="18"/>
                    </a:cubicBezTo>
                    <a:cubicBezTo>
                      <a:pt x="307" y="18"/>
                      <a:pt x="306" y="17"/>
                      <a:pt x="306" y="16"/>
                    </a:cubicBezTo>
                    <a:cubicBezTo>
                      <a:pt x="305" y="16"/>
                      <a:pt x="305" y="16"/>
                      <a:pt x="305" y="16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303" y="12"/>
                      <a:pt x="303" y="12"/>
                      <a:pt x="303" y="12"/>
                    </a:cubicBezTo>
                    <a:cubicBezTo>
                      <a:pt x="304" y="12"/>
                      <a:pt x="304" y="12"/>
                      <a:pt x="304" y="12"/>
                    </a:cubicBezTo>
                    <a:cubicBezTo>
                      <a:pt x="309" y="14"/>
                      <a:pt x="309" y="14"/>
                      <a:pt x="309" y="14"/>
                    </a:cubicBezTo>
                    <a:cubicBezTo>
                      <a:pt x="312" y="14"/>
                      <a:pt x="312" y="14"/>
                      <a:pt x="312" y="14"/>
                    </a:cubicBezTo>
                    <a:cubicBezTo>
                      <a:pt x="312" y="11"/>
                      <a:pt x="312" y="11"/>
                      <a:pt x="312" y="11"/>
                    </a:cubicBezTo>
                    <a:cubicBezTo>
                      <a:pt x="309" y="7"/>
                      <a:pt x="309" y="7"/>
                      <a:pt x="309" y="7"/>
                    </a:cubicBezTo>
                    <a:cubicBezTo>
                      <a:pt x="308" y="4"/>
                      <a:pt x="308" y="4"/>
                      <a:pt x="308" y="4"/>
                    </a:cubicBezTo>
                    <a:cubicBezTo>
                      <a:pt x="305" y="0"/>
                      <a:pt x="305" y="0"/>
                      <a:pt x="305" y="0"/>
                    </a:cubicBezTo>
                    <a:cubicBezTo>
                      <a:pt x="218" y="18"/>
                      <a:pt x="218" y="18"/>
                      <a:pt x="218" y="18"/>
                    </a:cubicBezTo>
                    <a:cubicBezTo>
                      <a:pt x="155" y="28"/>
                      <a:pt x="155" y="28"/>
                      <a:pt x="155" y="28"/>
                    </a:cubicBezTo>
                    <a:cubicBezTo>
                      <a:pt x="94" y="35"/>
                      <a:pt x="94" y="35"/>
                      <a:pt x="94" y="35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89" y="49"/>
                      <a:pt x="89" y="49"/>
                      <a:pt x="89" y="49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5" y="58"/>
                      <a:pt x="85" y="58"/>
                      <a:pt x="85" y="58"/>
                    </a:cubicBezTo>
                    <a:cubicBezTo>
                      <a:pt x="74" y="60"/>
                      <a:pt x="74" y="60"/>
                      <a:pt x="74" y="60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5" y="70"/>
                      <a:pt x="65" y="70"/>
                      <a:pt x="65" y="70"/>
                    </a:cubicBezTo>
                    <a:cubicBezTo>
                      <a:pt x="62" y="66"/>
                      <a:pt x="62" y="66"/>
                      <a:pt x="62" y="66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53" y="76"/>
                      <a:pt x="53" y="76"/>
                      <a:pt x="53" y="76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14" y="99"/>
                      <a:pt x="14" y="99"/>
                      <a:pt x="14" y="99"/>
                    </a:cubicBezTo>
                    <a:cubicBezTo>
                      <a:pt x="11" y="103"/>
                      <a:pt x="11" y="103"/>
                      <a:pt x="11" y="103"/>
                    </a:cubicBezTo>
                    <a:cubicBezTo>
                      <a:pt x="12" y="107"/>
                      <a:pt x="12" y="107"/>
                      <a:pt x="12" y="107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5" y="110"/>
                      <a:pt x="5" y="110"/>
                      <a:pt x="5" y="110"/>
                    </a:cubicBezTo>
                    <a:cubicBezTo>
                      <a:pt x="1" y="114"/>
                      <a:pt x="1" y="114"/>
                      <a:pt x="1" y="114"/>
                    </a:cubicBezTo>
                    <a:cubicBezTo>
                      <a:pt x="1" y="117"/>
                      <a:pt x="1" y="117"/>
                      <a:pt x="1" y="117"/>
                    </a:cubicBezTo>
                    <a:cubicBezTo>
                      <a:pt x="0" y="123"/>
                      <a:pt x="0" y="123"/>
                      <a:pt x="0" y="123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6" y="118"/>
                      <a:pt x="56" y="118"/>
                      <a:pt x="56" y="118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83" y="104"/>
                      <a:pt x="83" y="104"/>
                      <a:pt x="83" y="104"/>
                    </a:cubicBezTo>
                    <a:cubicBezTo>
                      <a:pt x="90" y="104"/>
                      <a:pt x="90" y="104"/>
                      <a:pt x="90" y="104"/>
                    </a:cubicBezTo>
                    <a:cubicBezTo>
                      <a:pt x="102" y="106"/>
                      <a:pt x="102" y="106"/>
                      <a:pt x="102" y="106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11" y="104"/>
                      <a:pt x="111" y="104"/>
                      <a:pt x="111" y="104"/>
                    </a:cubicBezTo>
                    <a:cubicBezTo>
                      <a:pt x="116" y="101"/>
                      <a:pt x="116" y="101"/>
                      <a:pt x="116" y="101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32" y="101"/>
                      <a:pt x="132" y="101"/>
                      <a:pt x="132" y="101"/>
                    </a:cubicBezTo>
                    <a:cubicBezTo>
                      <a:pt x="138" y="104"/>
                      <a:pt x="138" y="104"/>
                      <a:pt x="138" y="104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82" y="106"/>
                      <a:pt x="182" y="106"/>
                      <a:pt x="182" y="106"/>
                    </a:cubicBezTo>
                    <a:cubicBezTo>
                      <a:pt x="234" y="144"/>
                      <a:pt x="234" y="144"/>
                      <a:pt x="234" y="144"/>
                    </a:cubicBezTo>
                    <a:cubicBezTo>
                      <a:pt x="243" y="140"/>
                      <a:pt x="243" y="140"/>
                      <a:pt x="243" y="140"/>
                    </a:cubicBezTo>
                    <a:cubicBezTo>
                      <a:pt x="245" y="140"/>
                      <a:pt x="245" y="140"/>
                      <a:pt x="245" y="140"/>
                    </a:cubicBezTo>
                    <a:cubicBezTo>
                      <a:pt x="254" y="139"/>
                      <a:pt x="254" y="139"/>
                      <a:pt x="254" y="139"/>
                    </a:cubicBezTo>
                    <a:cubicBezTo>
                      <a:pt x="256" y="136"/>
                      <a:pt x="256" y="136"/>
                      <a:pt x="256" y="136"/>
                    </a:cubicBezTo>
                    <a:cubicBezTo>
                      <a:pt x="259" y="133"/>
                      <a:pt x="259" y="133"/>
                      <a:pt x="259" y="133"/>
                    </a:cubicBezTo>
                    <a:cubicBezTo>
                      <a:pt x="260" y="124"/>
                      <a:pt x="260" y="124"/>
                      <a:pt x="260" y="124"/>
                    </a:cubicBezTo>
                    <a:cubicBezTo>
                      <a:pt x="263" y="117"/>
                      <a:pt x="263" y="117"/>
                      <a:pt x="263" y="117"/>
                    </a:cubicBezTo>
                    <a:cubicBezTo>
                      <a:pt x="267" y="111"/>
                      <a:pt x="267" y="111"/>
                      <a:pt x="267" y="111"/>
                    </a:cubicBezTo>
                    <a:cubicBezTo>
                      <a:pt x="271" y="108"/>
                      <a:pt x="271" y="108"/>
                      <a:pt x="271" y="108"/>
                    </a:cubicBezTo>
                    <a:cubicBezTo>
                      <a:pt x="271" y="106"/>
                      <a:pt x="271" y="106"/>
                      <a:pt x="271" y="106"/>
                    </a:cubicBezTo>
                    <a:cubicBezTo>
                      <a:pt x="270" y="103"/>
                      <a:pt x="270" y="103"/>
                      <a:pt x="270" y="103"/>
                    </a:cubicBezTo>
                    <a:cubicBezTo>
                      <a:pt x="269" y="101"/>
                      <a:pt x="269" y="101"/>
                      <a:pt x="269" y="101"/>
                    </a:cubicBezTo>
                    <a:cubicBezTo>
                      <a:pt x="270" y="100"/>
                      <a:pt x="270" y="100"/>
                      <a:pt x="270" y="100"/>
                    </a:cubicBezTo>
                    <a:cubicBezTo>
                      <a:pt x="270" y="98"/>
                      <a:pt x="270" y="98"/>
                      <a:pt x="270" y="98"/>
                    </a:cubicBezTo>
                    <a:cubicBezTo>
                      <a:pt x="271" y="97"/>
                      <a:pt x="271" y="97"/>
                      <a:pt x="271" y="97"/>
                    </a:cubicBezTo>
                    <a:cubicBezTo>
                      <a:pt x="272" y="97"/>
                      <a:pt x="272" y="97"/>
                      <a:pt x="272" y="97"/>
                    </a:cubicBezTo>
                    <a:cubicBezTo>
                      <a:pt x="273" y="98"/>
                      <a:pt x="273" y="98"/>
                      <a:pt x="273" y="98"/>
                    </a:cubicBezTo>
                    <a:cubicBezTo>
                      <a:pt x="274" y="102"/>
                      <a:pt x="274" y="102"/>
                      <a:pt x="274" y="102"/>
                    </a:cubicBezTo>
                    <a:cubicBezTo>
                      <a:pt x="278" y="100"/>
                      <a:pt x="278" y="100"/>
                      <a:pt x="278" y="100"/>
                    </a:cubicBezTo>
                    <a:cubicBezTo>
                      <a:pt x="281" y="99"/>
                      <a:pt x="281" y="99"/>
                      <a:pt x="281" y="99"/>
                    </a:cubicBezTo>
                    <a:cubicBezTo>
                      <a:pt x="281" y="97"/>
                      <a:pt x="281" y="97"/>
                      <a:pt x="281" y="97"/>
                    </a:cubicBezTo>
                    <a:cubicBezTo>
                      <a:pt x="281" y="95"/>
                      <a:pt x="281" y="95"/>
                      <a:pt x="281" y="95"/>
                    </a:cubicBezTo>
                    <a:cubicBezTo>
                      <a:pt x="283" y="94"/>
                      <a:pt x="283" y="94"/>
                      <a:pt x="283" y="94"/>
                    </a:cubicBezTo>
                    <a:cubicBezTo>
                      <a:pt x="283" y="93"/>
                      <a:pt x="283" y="93"/>
                      <a:pt x="283" y="93"/>
                    </a:cubicBezTo>
                    <a:cubicBezTo>
                      <a:pt x="285" y="95"/>
                      <a:pt x="285" y="95"/>
                      <a:pt x="285" y="95"/>
                    </a:cubicBezTo>
                    <a:cubicBezTo>
                      <a:pt x="290" y="93"/>
                      <a:pt x="290" y="93"/>
                      <a:pt x="290" y="93"/>
                    </a:cubicBezTo>
                    <a:cubicBezTo>
                      <a:pt x="294" y="91"/>
                      <a:pt x="294" y="91"/>
                      <a:pt x="294" y="91"/>
                    </a:cubicBezTo>
                    <a:cubicBezTo>
                      <a:pt x="296" y="91"/>
                      <a:pt x="296" y="91"/>
                      <a:pt x="296" y="91"/>
                    </a:cubicBezTo>
                    <a:cubicBezTo>
                      <a:pt x="299" y="89"/>
                      <a:pt x="299" y="89"/>
                      <a:pt x="299" y="89"/>
                    </a:cubicBezTo>
                    <a:cubicBezTo>
                      <a:pt x="301" y="88"/>
                      <a:pt x="301" y="88"/>
                      <a:pt x="301" y="88"/>
                    </a:cubicBezTo>
                    <a:cubicBezTo>
                      <a:pt x="301" y="87"/>
                      <a:pt x="301" y="87"/>
                      <a:pt x="301" y="87"/>
                    </a:cubicBezTo>
                    <a:cubicBezTo>
                      <a:pt x="305" y="90"/>
                      <a:pt x="305" y="90"/>
                      <a:pt x="305" y="90"/>
                    </a:cubicBezTo>
                    <a:cubicBezTo>
                      <a:pt x="307" y="86"/>
                      <a:pt x="307" y="86"/>
                      <a:pt x="307" y="86"/>
                    </a:cubicBezTo>
                    <a:cubicBezTo>
                      <a:pt x="308" y="81"/>
                      <a:pt x="308" y="81"/>
                      <a:pt x="308" y="81"/>
                    </a:cubicBezTo>
                    <a:cubicBezTo>
                      <a:pt x="309" y="79"/>
                      <a:pt x="309" y="79"/>
                      <a:pt x="309" y="79"/>
                    </a:cubicBezTo>
                    <a:cubicBezTo>
                      <a:pt x="310" y="77"/>
                      <a:pt x="310" y="77"/>
                      <a:pt x="310" y="77"/>
                    </a:cubicBezTo>
                    <a:cubicBezTo>
                      <a:pt x="310" y="77"/>
                      <a:pt x="309" y="74"/>
                      <a:pt x="308" y="75"/>
                    </a:cubicBezTo>
                    <a:cubicBezTo>
                      <a:pt x="307" y="75"/>
                      <a:pt x="304" y="76"/>
                      <a:pt x="304" y="76"/>
                    </a:cubicBezTo>
                    <a:cubicBezTo>
                      <a:pt x="303" y="78"/>
                      <a:pt x="303" y="78"/>
                      <a:pt x="303" y="78"/>
                    </a:cubicBezTo>
                    <a:cubicBezTo>
                      <a:pt x="301" y="78"/>
                      <a:pt x="301" y="78"/>
                      <a:pt x="301" y="78"/>
                    </a:cubicBezTo>
                    <a:cubicBezTo>
                      <a:pt x="299" y="80"/>
                      <a:pt x="299" y="80"/>
                      <a:pt x="299" y="80"/>
                    </a:cubicBezTo>
                    <a:cubicBezTo>
                      <a:pt x="294" y="83"/>
                      <a:pt x="294" y="83"/>
                      <a:pt x="294" y="83"/>
                    </a:cubicBezTo>
                    <a:cubicBezTo>
                      <a:pt x="291" y="83"/>
                      <a:pt x="291" y="83"/>
                      <a:pt x="291" y="83"/>
                    </a:cubicBezTo>
                    <a:cubicBezTo>
                      <a:pt x="283" y="81"/>
                      <a:pt x="283" y="81"/>
                      <a:pt x="283" y="81"/>
                    </a:cubicBezTo>
                    <a:cubicBezTo>
                      <a:pt x="283" y="79"/>
                      <a:pt x="283" y="79"/>
                      <a:pt x="283" y="79"/>
                    </a:cubicBezTo>
                    <a:cubicBezTo>
                      <a:pt x="283" y="77"/>
                      <a:pt x="283" y="77"/>
                      <a:pt x="283" y="77"/>
                    </a:cubicBezTo>
                    <a:cubicBezTo>
                      <a:pt x="284" y="76"/>
                      <a:pt x="284" y="76"/>
                      <a:pt x="284" y="76"/>
                    </a:cubicBezTo>
                    <a:cubicBezTo>
                      <a:pt x="286" y="76"/>
                      <a:pt x="286" y="76"/>
                      <a:pt x="286" y="76"/>
                    </a:cubicBezTo>
                    <a:cubicBezTo>
                      <a:pt x="288" y="77"/>
                      <a:pt x="288" y="77"/>
                      <a:pt x="288" y="77"/>
                    </a:cubicBezTo>
                    <a:cubicBezTo>
                      <a:pt x="293" y="77"/>
                      <a:pt x="293" y="77"/>
                      <a:pt x="293" y="77"/>
                    </a:cubicBezTo>
                    <a:cubicBezTo>
                      <a:pt x="296" y="75"/>
                      <a:pt x="296" y="75"/>
                      <a:pt x="296" y="75"/>
                    </a:cubicBezTo>
                    <a:cubicBezTo>
                      <a:pt x="296" y="73"/>
                      <a:pt x="296" y="73"/>
                      <a:pt x="296" y="73"/>
                    </a:cubicBezTo>
                    <a:cubicBezTo>
                      <a:pt x="295" y="71"/>
                      <a:pt x="295" y="71"/>
                      <a:pt x="295" y="71"/>
                    </a:cubicBezTo>
                    <a:cubicBezTo>
                      <a:pt x="296" y="68"/>
                      <a:pt x="296" y="68"/>
                      <a:pt x="296" y="68"/>
                    </a:cubicBezTo>
                    <a:cubicBezTo>
                      <a:pt x="297" y="68"/>
                      <a:pt x="297" y="68"/>
                      <a:pt x="297" y="68"/>
                    </a:cubicBezTo>
                    <a:cubicBezTo>
                      <a:pt x="299" y="66"/>
                      <a:pt x="299" y="66"/>
                      <a:pt x="299" y="66"/>
                    </a:cubicBezTo>
                    <a:cubicBezTo>
                      <a:pt x="299" y="64"/>
                      <a:pt x="299" y="64"/>
                      <a:pt x="299" y="64"/>
                    </a:cubicBezTo>
                    <a:cubicBezTo>
                      <a:pt x="296" y="64"/>
                      <a:pt x="296" y="64"/>
                      <a:pt x="296" y="64"/>
                    </a:cubicBezTo>
                    <a:cubicBezTo>
                      <a:pt x="290" y="61"/>
                      <a:pt x="290" y="61"/>
                      <a:pt x="290" y="61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0" y="58"/>
                      <a:pt x="280" y="58"/>
                      <a:pt x="280" y="58"/>
                    </a:cubicBezTo>
                    <a:cubicBezTo>
                      <a:pt x="280" y="57"/>
                      <a:pt x="280" y="57"/>
                      <a:pt x="280" y="57"/>
                    </a:cubicBezTo>
                    <a:cubicBezTo>
                      <a:pt x="284" y="57"/>
                      <a:pt x="284" y="57"/>
                      <a:pt x="284" y="57"/>
                    </a:cubicBezTo>
                    <a:cubicBezTo>
                      <a:pt x="290" y="57"/>
                      <a:pt x="290" y="57"/>
                      <a:pt x="290" y="57"/>
                    </a:cubicBezTo>
                    <a:cubicBezTo>
                      <a:pt x="294" y="59"/>
                      <a:pt x="294" y="59"/>
                      <a:pt x="294" y="59"/>
                    </a:cubicBezTo>
                    <a:cubicBezTo>
                      <a:pt x="295" y="57"/>
                      <a:pt x="295" y="57"/>
                      <a:pt x="295" y="57"/>
                    </a:cubicBezTo>
                    <a:cubicBezTo>
                      <a:pt x="294" y="55"/>
                      <a:pt x="294" y="55"/>
                      <a:pt x="294" y="55"/>
                    </a:cubicBezTo>
                    <a:cubicBezTo>
                      <a:pt x="293" y="54"/>
                      <a:pt x="293" y="54"/>
                      <a:pt x="293" y="54"/>
                    </a:cubicBezTo>
                    <a:cubicBezTo>
                      <a:pt x="292" y="52"/>
                      <a:pt x="292" y="52"/>
                      <a:pt x="292" y="52"/>
                    </a:cubicBezTo>
                    <a:cubicBezTo>
                      <a:pt x="294" y="51"/>
                      <a:pt x="294" y="51"/>
                      <a:pt x="294" y="51"/>
                    </a:cubicBezTo>
                    <a:cubicBezTo>
                      <a:pt x="297" y="51"/>
                      <a:pt x="297" y="51"/>
                      <a:pt x="297" y="51"/>
                    </a:cubicBezTo>
                    <a:cubicBezTo>
                      <a:pt x="298" y="56"/>
                      <a:pt x="298" y="56"/>
                      <a:pt x="298" y="56"/>
                    </a:cubicBezTo>
                    <a:cubicBezTo>
                      <a:pt x="300" y="58"/>
                      <a:pt x="300" y="58"/>
                      <a:pt x="300" y="58"/>
                    </a:cubicBezTo>
                    <a:cubicBezTo>
                      <a:pt x="303" y="58"/>
                      <a:pt x="303" y="58"/>
                      <a:pt x="303" y="58"/>
                    </a:cubicBezTo>
                    <a:cubicBezTo>
                      <a:pt x="304" y="57"/>
                      <a:pt x="304" y="57"/>
                      <a:pt x="304" y="57"/>
                    </a:cubicBezTo>
                    <a:cubicBezTo>
                      <a:pt x="306" y="58"/>
                      <a:pt x="306" y="58"/>
                      <a:pt x="306" y="58"/>
                    </a:cubicBezTo>
                    <a:cubicBezTo>
                      <a:pt x="310" y="58"/>
                      <a:pt x="310" y="58"/>
                      <a:pt x="310" y="58"/>
                    </a:cubicBezTo>
                    <a:cubicBezTo>
                      <a:pt x="316" y="58"/>
                      <a:pt x="316" y="58"/>
                      <a:pt x="316" y="58"/>
                    </a:cubicBezTo>
                    <a:cubicBezTo>
                      <a:pt x="317" y="57"/>
                      <a:pt x="317" y="57"/>
                      <a:pt x="317" y="57"/>
                    </a:cubicBezTo>
                    <a:cubicBezTo>
                      <a:pt x="317" y="53"/>
                      <a:pt x="317" y="53"/>
                      <a:pt x="317" y="53"/>
                    </a:cubicBezTo>
                    <a:cubicBezTo>
                      <a:pt x="318" y="51"/>
                      <a:pt x="318" y="51"/>
                      <a:pt x="318" y="51"/>
                    </a:cubicBezTo>
                    <a:cubicBezTo>
                      <a:pt x="319" y="48"/>
                      <a:pt x="319" y="48"/>
                      <a:pt x="319" y="48"/>
                    </a:cubicBezTo>
                    <a:cubicBezTo>
                      <a:pt x="319" y="46"/>
                      <a:pt x="319" y="46"/>
                      <a:pt x="319" y="46"/>
                    </a:cubicBezTo>
                    <a:cubicBezTo>
                      <a:pt x="320" y="42"/>
                      <a:pt x="320" y="42"/>
                      <a:pt x="320" y="42"/>
                    </a:cubicBezTo>
                    <a:cubicBezTo>
                      <a:pt x="322" y="42"/>
                      <a:pt x="322" y="42"/>
                      <a:pt x="322" y="42"/>
                    </a:cubicBezTo>
                    <a:cubicBezTo>
                      <a:pt x="323" y="44"/>
                      <a:pt x="323" y="44"/>
                      <a:pt x="323" y="44"/>
                    </a:cubicBezTo>
                    <a:cubicBezTo>
                      <a:pt x="325" y="42"/>
                      <a:pt x="325" y="42"/>
                      <a:pt x="325" y="42"/>
                    </a:cubicBezTo>
                    <a:cubicBezTo>
                      <a:pt x="325" y="39"/>
                      <a:pt x="325" y="39"/>
                      <a:pt x="325" y="39"/>
                    </a:cubicBezTo>
                    <a:cubicBezTo>
                      <a:pt x="326" y="37"/>
                      <a:pt x="326" y="37"/>
                      <a:pt x="326" y="37"/>
                    </a:cubicBezTo>
                    <a:lnTo>
                      <a:pt x="324" y="3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9" name="Freeform 38">
                <a:extLst>
                  <a:ext uri="{FF2B5EF4-FFF2-40B4-BE49-F238E27FC236}">
                    <a16:creationId xmlns:a16="http://schemas.microsoft.com/office/drawing/2014/main" id="{8D6199D1-640A-BCB1-06B1-85D493044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80709" y="2485016"/>
                <a:ext cx="252208" cy="271566"/>
              </a:xfrm>
              <a:custGeom>
                <a:avLst/>
                <a:gdLst>
                  <a:gd name="T0" fmla="*/ 196 w 201"/>
                  <a:gd name="T1" fmla="*/ 127 h 216"/>
                  <a:gd name="T2" fmla="*/ 195 w 201"/>
                  <a:gd name="T3" fmla="*/ 120 h 216"/>
                  <a:gd name="T4" fmla="*/ 191 w 201"/>
                  <a:gd name="T5" fmla="*/ 115 h 216"/>
                  <a:gd name="T6" fmla="*/ 190 w 201"/>
                  <a:gd name="T7" fmla="*/ 110 h 216"/>
                  <a:gd name="T8" fmla="*/ 187 w 201"/>
                  <a:gd name="T9" fmla="*/ 107 h 216"/>
                  <a:gd name="T10" fmla="*/ 183 w 201"/>
                  <a:gd name="T11" fmla="*/ 106 h 216"/>
                  <a:gd name="T12" fmla="*/ 181 w 201"/>
                  <a:gd name="T13" fmla="*/ 101 h 216"/>
                  <a:gd name="T14" fmla="*/ 179 w 201"/>
                  <a:gd name="T15" fmla="*/ 96 h 216"/>
                  <a:gd name="T16" fmla="*/ 174 w 201"/>
                  <a:gd name="T17" fmla="*/ 89 h 216"/>
                  <a:gd name="T18" fmla="*/ 168 w 201"/>
                  <a:gd name="T19" fmla="*/ 84 h 216"/>
                  <a:gd name="T20" fmla="*/ 158 w 201"/>
                  <a:gd name="T21" fmla="*/ 78 h 216"/>
                  <a:gd name="T22" fmla="*/ 147 w 201"/>
                  <a:gd name="T23" fmla="*/ 63 h 216"/>
                  <a:gd name="T24" fmla="*/ 126 w 201"/>
                  <a:gd name="T25" fmla="*/ 46 h 216"/>
                  <a:gd name="T26" fmla="*/ 116 w 201"/>
                  <a:gd name="T27" fmla="*/ 35 h 216"/>
                  <a:gd name="T28" fmla="*/ 111 w 201"/>
                  <a:gd name="T29" fmla="*/ 27 h 216"/>
                  <a:gd name="T30" fmla="*/ 96 w 201"/>
                  <a:gd name="T31" fmla="*/ 19 h 216"/>
                  <a:gd name="T32" fmla="*/ 92 w 201"/>
                  <a:gd name="T33" fmla="*/ 14 h 216"/>
                  <a:gd name="T34" fmla="*/ 97 w 201"/>
                  <a:gd name="T35" fmla="*/ 8 h 216"/>
                  <a:gd name="T36" fmla="*/ 103 w 201"/>
                  <a:gd name="T37" fmla="*/ 4 h 216"/>
                  <a:gd name="T38" fmla="*/ 104 w 201"/>
                  <a:gd name="T39" fmla="*/ 0 h 216"/>
                  <a:gd name="T40" fmla="*/ 48 w 201"/>
                  <a:gd name="T41" fmla="*/ 6 h 216"/>
                  <a:gd name="T42" fmla="*/ 0 w 201"/>
                  <a:gd name="T43" fmla="*/ 10 h 216"/>
                  <a:gd name="T44" fmla="*/ 11 w 201"/>
                  <a:gd name="T45" fmla="*/ 58 h 216"/>
                  <a:gd name="T46" fmla="*/ 25 w 201"/>
                  <a:gd name="T47" fmla="*/ 107 h 216"/>
                  <a:gd name="T48" fmla="*/ 38 w 201"/>
                  <a:gd name="T49" fmla="*/ 128 h 216"/>
                  <a:gd name="T50" fmla="*/ 39 w 201"/>
                  <a:gd name="T51" fmla="*/ 137 h 216"/>
                  <a:gd name="T52" fmla="*/ 40 w 201"/>
                  <a:gd name="T53" fmla="*/ 144 h 216"/>
                  <a:gd name="T54" fmla="*/ 39 w 201"/>
                  <a:gd name="T55" fmla="*/ 150 h 216"/>
                  <a:gd name="T56" fmla="*/ 35 w 201"/>
                  <a:gd name="T57" fmla="*/ 157 h 216"/>
                  <a:gd name="T58" fmla="*/ 37 w 201"/>
                  <a:gd name="T59" fmla="*/ 172 h 216"/>
                  <a:gd name="T60" fmla="*/ 40 w 201"/>
                  <a:gd name="T61" fmla="*/ 182 h 216"/>
                  <a:gd name="T62" fmla="*/ 37 w 201"/>
                  <a:gd name="T63" fmla="*/ 186 h 216"/>
                  <a:gd name="T64" fmla="*/ 41 w 201"/>
                  <a:gd name="T65" fmla="*/ 193 h 216"/>
                  <a:gd name="T66" fmla="*/ 46 w 201"/>
                  <a:gd name="T67" fmla="*/ 201 h 216"/>
                  <a:gd name="T68" fmla="*/ 160 w 201"/>
                  <a:gd name="T69" fmla="*/ 207 h 216"/>
                  <a:gd name="T70" fmla="*/ 169 w 201"/>
                  <a:gd name="T71" fmla="*/ 216 h 216"/>
                  <a:gd name="T72" fmla="*/ 166 w 201"/>
                  <a:gd name="T73" fmla="*/ 193 h 216"/>
                  <a:gd name="T74" fmla="*/ 183 w 201"/>
                  <a:gd name="T75" fmla="*/ 196 h 216"/>
                  <a:gd name="T76" fmla="*/ 185 w 201"/>
                  <a:gd name="T77" fmla="*/ 189 h 216"/>
                  <a:gd name="T78" fmla="*/ 182 w 201"/>
                  <a:gd name="T79" fmla="*/ 187 h 216"/>
                  <a:gd name="T80" fmla="*/ 180 w 201"/>
                  <a:gd name="T81" fmla="*/ 183 h 216"/>
                  <a:gd name="T82" fmla="*/ 185 w 201"/>
                  <a:gd name="T83" fmla="*/ 183 h 216"/>
                  <a:gd name="T84" fmla="*/ 183 w 201"/>
                  <a:gd name="T85" fmla="*/ 177 h 216"/>
                  <a:gd name="T86" fmla="*/ 188 w 201"/>
                  <a:gd name="T87" fmla="*/ 174 h 216"/>
                  <a:gd name="T88" fmla="*/ 187 w 201"/>
                  <a:gd name="T89" fmla="*/ 168 h 216"/>
                  <a:gd name="T90" fmla="*/ 188 w 201"/>
                  <a:gd name="T91" fmla="*/ 165 h 216"/>
                  <a:gd name="T92" fmla="*/ 189 w 201"/>
                  <a:gd name="T93" fmla="*/ 161 h 216"/>
                  <a:gd name="T94" fmla="*/ 189 w 201"/>
                  <a:gd name="T95" fmla="*/ 151 h 216"/>
                  <a:gd name="T96" fmla="*/ 194 w 201"/>
                  <a:gd name="T97" fmla="*/ 152 h 216"/>
                  <a:gd name="T98" fmla="*/ 193 w 201"/>
                  <a:gd name="T99" fmla="*/ 149 h 216"/>
                  <a:gd name="T100" fmla="*/ 189 w 201"/>
                  <a:gd name="T101" fmla="*/ 144 h 216"/>
                  <a:gd name="T102" fmla="*/ 196 w 201"/>
                  <a:gd name="T103" fmla="*/ 144 h 216"/>
                  <a:gd name="T104" fmla="*/ 193 w 201"/>
                  <a:gd name="T105" fmla="*/ 141 h 216"/>
                  <a:gd name="T106" fmla="*/ 192 w 201"/>
                  <a:gd name="T107" fmla="*/ 137 h 216"/>
                  <a:gd name="T108" fmla="*/ 197 w 201"/>
                  <a:gd name="T109" fmla="*/ 138 h 216"/>
                  <a:gd name="T110" fmla="*/ 199 w 201"/>
                  <a:gd name="T111" fmla="*/ 134 h 216"/>
                  <a:gd name="T112" fmla="*/ 201 w 201"/>
                  <a:gd name="T113" fmla="*/ 130 h 216"/>
                  <a:gd name="T114" fmla="*/ 198 w 201"/>
                  <a:gd name="T115" fmla="*/ 12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01" h="216">
                    <a:moveTo>
                      <a:pt x="198" y="128"/>
                    </a:moveTo>
                    <a:cubicBezTo>
                      <a:pt x="196" y="127"/>
                      <a:pt x="196" y="127"/>
                      <a:pt x="196" y="127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19"/>
                      <a:pt x="195" y="119"/>
                      <a:pt x="195" y="119"/>
                    </a:cubicBezTo>
                    <a:cubicBezTo>
                      <a:pt x="191" y="115"/>
                      <a:pt x="191" y="115"/>
                      <a:pt x="191" y="115"/>
                    </a:cubicBezTo>
                    <a:cubicBezTo>
                      <a:pt x="190" y="112"/>
                      <a:pt x="190" y="112"/>
                      <a:pt x="190" y="112"/>
                    </a:cubicBezTo>
                    <a:cubicBezTo>
                      <a:pt x="190" y="110"/>
                      <a:pt x="190" y="110"/>
                      <a:pt x="190" y="110"/>
                    </a:cubicBezTo>
                    <a:cubicBezTo>
                      <a:pt x="190" y="109"/>
                      <a:pt x="190" y="109"/>
                      <a:pt x="190" y="109"/>
                    </a:cubicBezTo>
                    <a:cubicBezTo>
                      <a:pt x="187" y="107"/>
                      <a:pt x="187" y="107"/>
                      <a:pt x="187" y="107"/>
                    </a:cubicBezTo>
                    <a:cubicBezTo>
                      <a:pt x="184" y="106"/>
                      <a:pt x="184" y="106"/>
                      <a:pt x="184" y="106"/>
                    </a:cubicBezTo>
                    <a:cubicBezTo>
                      <a:pt x="183" y="106"/>
                      <a:pt x="183" y="106"/>
                      <a:pt x="183" y="106"/>
                    </a:cubicBezTo>
                    <a:cubicBezTo>
                      <a:pt x="182" y="104"/>
                      <a:pt x="182" y="104"/>
                      <a:pt x="182" y="104"/>
                    </a:cubicBezTo>
                    <a:cubicBezTo>
                      <a:pt x="181" y="101"/>
                      <a:pt x="181" y="101"/>
                      <a:pt x="181" y="101"/>
                    </a:cubicBezTo>
                    <a:cubicBezTo>
                      <a:pt x="181" y="99"/>
                      <a:pt x="181" y="99"/>
                      <a:pt x="181" y="99"/>
                    </a:cubicBezTo>
                    <a:cubicBezTo>
                      <a:pt x="179" y="96"/>
                      <a:pt x="179" y="96"/>
                      <a:pt x="179" y="96"/>
                    </a:cubicBezTo>
                    <a:cubicBezTo>
                      <a:pt x="176" y="91"/>
                      <a:pt x="176" y="91"/>
                      <a:pt x="176" y="91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1" y="87"/>
                      <a:pt x="171" y="87"/>
                      <a:pt x="171" y="87"/>
                    </a:cubicBezTo>
                    <a:cubicBezTo>
                      <a:pt x="168" y="84"/>
                      <a:pt x="168" y="84"/>
                      <a:pt x="168" y="84"/>
                    </a:cubicBezTo>
                    <a:cubicBezTo>
                      <a:pt x="165" y="81"/>
                      <a:pt x="165" y="81"/>
                      <a:pt x="165" y="81"/>
                    </a:cubicBezTo>
                    <a:cubicBezTo>
                      <a:pt x="158" y="78"/>
                      <a:pt x="158" y="78"/>
                      <a:pt x="158" y="78"/>
                    </a:cubicBezTo>
                    <a:cubicBezTo>
                      <a:pt x="153" y="71"/>
                      <a:pt x="153" y="71"/>
                      <a:pt x="153" y="71"/>
                    </a:cubicBezTo>
                    <a:cubicBezTo>
                      <a:pt x="147" y="63"/>
                      <a:pt x="147" y="63"/>
                      <a:pt x="147" y="63"/>
                    </a:cubicBezTo>
                    <a:cubicBezTo>
                      <a:pt x="142" y="59"/>
                      <a:pt x="142" y="59"/>
                      <a:pt x="142" y="59"/>
                    </a:cubicBezTo>
                    <a:cubicBezTo>
                      <a:pt x="126" y="46"/>
                      <a:pt x="126" y="46"/>
                      <a:pt x="126" y="46"/>
                    </a:cubicBezTo>
                    <a:cubicBezTo>
                      <a:pt x="121" y="40"/>
                      <a:pt x="121" y="40"/>
                      <a:pt x="121" y="40"/>
                    </a:cubicBezTo>
                    <a:cubicBezTo>
                      <a:pt x="116" y="35"/>
                      <a:pt x="116" y="35"/>
                      <a:pt x="116" y="35"/>
                    </a:cubicBezTo>
                    <a:cubicBezTo>
                      <a:pt x="114" y="31"/>
                      <a:pt x="114" y="31"/>
                      <a:pt x="114" y="31"/>
                    </a:cubicBezTo>
                    <a:cubicBezTo>
                      <a:pt x="111" y="27"/>
                      <a:pt x="111" y="27"/>
                      <a:pt x="111" y="27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7" y="8"/>
                      <a:pt x="97" y="8"/>
                      <a:pt x="97" y="8"/>
                    </a:cubicBezTo>
                    <a:cubicBezTo>
                      <a:pt x="101" y="5"/>
                      <a:pt x="101" y="5"/>
                      <a:pt x="101" y="5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5" y="107"/>
                      <a:pt x="25" y="107"/>
                      <a:pt x="25" y="107"/>
                    </a:cubicBezTo>
                    <a:cubicBezTo>
                      <a:pt x="33" y="122"/>
                      <a:pt x="33" y="122"/>
                      <a:pt x="33" y="122"/>
                    </a:cubicBezTo>
                    <a:cubicBezTo>
                      <a:pt x="38" y="128"/>
                      <a:pt x="38" y="128"/>
                      <a:pt x="38" y="128"/>
                    </a:cubicBezTo>
                    <a:cubicBezTo>
                      <a:pt x="38" y="132"/>
                      <a:pt x="38" y="132"/>
                      <a:pt x="38" y="132"/>
                    </a:cubicBezTo>
                    <a:cubicBezTo>
                      <a:pt x="39" y="137"/>
                      <a:pt x="39" y="137"/>
                      <a:pt x="39" y="137"/>
                    </a:cubicBezTo>
                    <a:cubicBezTo>
                      <a:pt x="42" y="139"/>
                      <a:pt x="42" y="139"/>
                      <a:pt x="42" y="139"/>
                    </a:cubicBezTo>
                    <a:cubicBezTo>
                      <a:pt x="40" y="144"/>
                      <a:pt x="40" y="144"/>
                      <a:pt x="40" y="144"/>
                    </a:cubicBezTo>
                    <a:cubicBezTo>
                      <a:pt x="35" y="147"/>
                      <a:pt x="35" y="147"/>
                      <a:pt x="35" y="147"/>
                    </a:cubicBezTo>
                    <a:cubicBezTo>
                      <a:pt x="39" y="150"/>
                      <a:pt x="39" y="150"/>
                      <a:pt x="39" y="150"/>
                    </a:cubicBezTo>
                    <a:cubicBezTo>
                      <a:pt x="38" y="155"/>
                      <a:pt x="38" y="155"/>
                      <a:pt x="38" y="155"/>
                    </a:cubicBezTo>
                    <a:cubicBezTo>
                      <a:pt x="35" y="157"/>
                      <a:pt x="35" y="157"/>
                      <a:pt x="35" y="157"/>
                    </a:cubicBezTo>
                    <a:cubicBezTo>
                      <a:pt x="35" y="163"/>
                      <a:pt x="35" y="163"/>
                      <a:pt x="35" y="163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40" y="182"/>
                      <a:pt x="40" y="182"/>
                      <a:pt x="40" y="182"/>
                    </a:cubicBezTo>
                    <a:cubicBezTo>
                      <a:pt x="38" y="184"/>
                      <a:pt x="38" y="184"/>
                      <a:pt x="38" y="184"/>
                    </a:cubicBezTo>
                    <a:cubicBezTo>
                      <a:pt x="37" y="186"/>
                      <a:pt x="37" y="186"/>
                      <a:pt x="37" y="186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5" y="199"/>
                      <a:pt x="45" y="199"/>
                      <a:pt x="45" y="199"/>
                    </a:cubicBezTo>
                    <a:cubicBezTo>
                      <a:pt x="46" y="201"/>
                      <a:pt x="46" y="201"/>
                      <a:pt x="46" y="201"/>
                    </a:cubicBezTo>
                    <a:cubicBezTo>
                      <a:pt x="52" y="213"/>
                      <a:pt x="52" y="213"/>
                      <a:pt x="52" y="213"/>
                    </a:cubicBezTo>
                    <a:cubicBezTo>
                      <a:pt x="160" y="207"/>
                      <a:pt x="160" y="207"/>
                      <a:pt x="160" y="207"/>
                    </a:cubicBezTo>
                    <a:cubicBezTo>
                      <a:pt x="161" y="216"/>
                      <a:pt x="161" y="216"/>
                      <a:pt x="161" y="216"/>
                    </a:cubicBezTo>
                    <a:cubicBezTo>
                      <a:pt x="169" y="216"/>
                      <a:pt x="169" y="216"/>
                      <a:pt x="169" y="216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73" y="194"/>
                      <a:pt x="173" y="194"/>
                      <a:pt x="173" y="194"/>
                    </a:cubicBezTo>
                    <a:cubicBezTo>
                      <a:pt x="183" y="196"/>
                      <a:pt x="183" y="196"/>
                      <a:pt x="183" y="196"/>
                    </a:cubicBezTo>
                    <a:cubicBezTo>
                      <a:pt x="184" y="193"/>
                      <a:pt x="184" y="193"/>
                      <a:pt x="184" y="193"/>
                    </a:cubicBezTo>
                    <a:cubicBezTo>
                      <a:pt x="184" y="193"/>
                      <a:pt x="185" y="189"/>
                      <a:pt x="185" y="189"/>
                    </a:cubicBezTo>
                    <a:cubicBezTo>
                      <a:pt x="185" y="188"/>
                      <a:pt x="184" y="188"/>
                      <a:pt x="184" y="188"/>
                    </a:cubicBezTo>
                    <a:cubicBezTo>
                      <a:pt x="184" y="188"/>
                      <a:pt x="183" y="187"/>
                      <a:pt x="182" y="187"/>
                    </a:cubicBezTo>
                    <a:cubicBezTo>
                      <a:pt x="181" y="186"/>
                      <a:pt x="181" y="185"/>
                      <a:pt x="180" y="184"/>
                    </a:cubicBezTo>
                    <a:cubicBezTo>
                      <a:pt x="179" y="183"/>
                      <a:pt x="180" y="183"/>
                      <a:pt x="180" y="183"/>
                    </a:cubicBezTo>
                    <a:cubicBezTo>
                      <a:pt x="182" y="183"/>
                      <a:pt x="182" y="183"/>
                      <a:pt x="182" y="183"/>
                    </a:cubicBezTo>
                    <a:cubicBezTo>
                      <a:pt x="185" y="183"/>
                      <a:pt x="185" y="183"/>
                      <a:pt x="185" y="183"/>
                    </a:cubicBezTo>
                    <a:cubicBezTo>
                      <a:pt x="185" y="183"/>
                      <a:pt x="184" y="181"/>
                      <a:pt x="184" y="179"/>
                    </a:cubicBezTo>
                    <a:cubicBezTo>
                      <a:pt x="183" y="177"/>
                      <a:pt x="183" y="177"/>
                      <a:pt x="183" y="177"/>
                    </a:cubicBezTo>
                    <a:cubicBezTo>
                      <a:pt x="186" y="176"/>
                      <a:pt x="186" y="176"/>
                      <a:pt x="186" y="176"/>
                    </a:cubicBezTo>
                    <a:cubicBezTo>
                      <a:pt x="188" y="174"/>
                      <a:pt x="188" y="174"/>
                      <a:pt x="188" y="174"/>
                    </a:cubicBezTo>
                    <a:cubicBezTo>
                      <a:pt x="190" y="169"/>
                      <a:pt x="190" y="169"/>
                      <a:pt x="190" y="169"/>
                    </a:cubicBezTo>
                    <a:cubicBezTo>
                      <a:pt x="187" y="168"/>
                      <a:pt x="187" y="168"/>
                      <a:pt x="187" y="168"/>
                    </a:cubicBezTo>
                    <a:cubicBezTo>
                      <a:pt x="187" y="168"/>
                      <a:pt x="187" y="167"/>
                      <a:pt x="187" y="167"/>
                    </a:cubicBezTo>
                    <a:cubicBezTo>
                      <a:pt x="187" y="166"/>
                      <a:pt x="188" y="166"/>
                      <a:pt x="188" y="165"/>
                    </a:cubicBezTo>
                    <a:cubicBezTo>
                      <a:pt x="188" y="165"/>
                      <a:pt x="189" y="164"/>
                      <a:pt x="189" y="164"/>
                    </a:cubicBezTo>
                    <a:cubicBezTo>
                      <a:pt x="189" y="161"/>
                      <a:pt x="189" y="161"/>
                      <a:pt x="189" y="161"/>
                    </a:cubicBezTo>
                    <a:cubicBezTo>
                      <a:pt x="189" y="154"/>
                      <a:pt x="189" y="154"/>
                      <a:pt x="189" y="154"/>
                    </a:cubicBezTo>
                    <a:cubicBezTo>
                      <a:pt x="189" y="151"/>
                      <a:pt x="189" y="151"/>
                      <a:pt x="189" y="151"/>
                    </a:cubicBezTo>
                    <a:cubicBezTo>
                      <a:pt x="189" y="151"/>
                      <a:pt x="191" y="151"/>
                      <a:pt x="192" y="151"/>
                    </a:cubicBezTo>
                    <a:cubicBezTo>
                      <a:pt x="192" y="151"/>
                      <a:pt x="194" y="152"/>
                      <a:pt x="194" y="152"/>
                    </a:cubicBezTo>
                    <a:cubicBezTo>
                      <a:pt x="194" y="152"/>
                      <a:pt x="195" y="151"/>
                      <a:pt x="195" y="150"/>
                    </a:cubicBezTo>
                    <a:cubicBezTo>
                      <a:pt x="195" y="150"/>
                      <a:pt x="195" y="150"/>
                      <a:pt x="193" y="149"/>
                    </a:cubicBezTo>
                    <a:cubicBezTo>
                      <a:pt x="192" y="148"/>
                      <a:pt x="190" y="147"/>
                      <a:pt x="190" y="147"/>
                    </a:cubicBezTo>
                    <a:cubicBezTo>
                      <a:pt x="190" y="146"/>
                      <a:pt x="189" y="144"/>
                      <a:pt x="189" y="144"/>
                    </a:cubicBezTo>
                    <a:cubicBezTo>
                      <a:pt x="191" y="144"/>
                      <a:pt x="191" y="144"/>
                      <a:pt x="191" y="144"/>
                    </a:cubicBezTo>
                    <a:cubicBezTo>
                      <a:pt x="196" y="144"/>
                      <a:pt x="196" y="144"/>
                      <a:pt x="196" y="144"/>
                    </a:cubicBezTo>
                    <a:cubicBezTo>
                      <a:pt x="197" y="141"/>
                      <a:pt x="197" y="141"/>
                      <a:pt x="197" y="141"/>
                    </a:cubicBezTo>
                    <a:cubicBezTo>
                      <a:pt x="197" y="141"/>
                      <a:pt x="193" y="141"/>
                      <a:pt x="193" y="141"/>
                    </a:cubicBezTo>
                    <a:cubicBezTo>
                      <a:pt x="193" y="141"/>
                      <a:pt x="191" y="139"/>
                      <a:pt x="191" y="139"/>
                    </a:cubicBezTo>
                    <a:cubicBezTo>
                      <a:pt x="192" y="137"/>
                      <a:pt x="192" y="137"/>
                      <a:pt x="192" y="137"/>
                    </a:cubicBezTo>
                    <a:cubicBezTo>
                      <a:pt x="193" y="138"/>
                      <a:pt x="193" y="138"/>
                      <a:pt x="193" y="138"/>
                    </a:cubicBezTo>
                    <a:cubicBezTo>
                      <a:pt x="197" y="138"/>
                      <a:pt x="197" y="138"/>
                      <a:pt x="197" y="138"/>
                    </a:cubicBezTo>
                    <a:cubicBezTo>
                      <a:pt x="199" y="137"/>
                      <a:pt x="199" y="137"/>
                      <a:pt x="199" y="137"/>
                    </a:cubicBezTo>
                    <a:cubicBezTo>
                      <a:pt x="199" y="134"/>
                      <a:pt x="199" y="134"/>
                      <a:pt x="199" y="134"/>
                    </a:cubicBezTo>
                    <a:cubicBezTo>
                      <a:pt x="199" y="132"/>
                      <a:pt x="199" y="132"/>
                      <a:pt x="199" y="132"/>
                    </a:cubicBezTo>
                    <a:cubicBezTo>
                      <a:pt x="201" y="130"/>
                      <a:pt x="201" y="130"/>
                      <a:pt x="201" y="130"/>
                    </a:cubicBezTo>
                    <a:cubicBezTo>
                      <a:pt x="200" y="129"/>
                      <a:pt x="200" y="129"/>
                      <a:pt x="200" y="129"/>
                    </a:cubicBezTo>
                    <a:lnTo>
                      <a:pt x="198" y="12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solidFill>
                    <a:schemeClr val="accent6"/>
                  </a:solidFill>
                  <a:latin typeface="Montserrat" charset="0"/>
                </a:endParaRPr>
              </a:p>
            </p:txBody>
          </p:sp>
          <p:sp>
            <p:nvSpPr>
              <p:cNvPr id="300" name="Freeform 39">
                <a:extLst>
                  <a:ext uri="{FF2B5EF4-FFF2-40B4-BE49-F238E27FC236}">
                    <a16:creationId xmlns:a16="http://schemas.microsoft.com/office/drawing/2014/main" id="{119839DC-7EB2-F47E-C0B6-61DB5CFC9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63790" y="2183772"/>
                <a:ext cx="367928" cy="206271"/>
              </a:xfrm>
              <a:custGeom>
                <a:avLst/>
                <a:gdLst>
                  <a:gd name="T0" fmla="*/ 169 w 248"/>
                  <a:gd name="T1" fmla="*/ 118 h 139"/>
                  <a:gd name="T2" fmla="*/ 248 w 248"/>
                  <a:gd name="T3" fmla="*/ 101 h 139"/>
                  <a:gd name="T4" fmla="*/ 246 w 248"/>
                  <a:gd name="T5" fmla="*/ 93 h 139"/>
                  <a:gd name="T6" fmla="*/ 239 w 248"/>
                  <a:gd name="T7" fmla="*/ 86 h 139"/>
                  <a:gd name="T8" fmla="*/ 232 w 248"/>
                  <a:gd name="T9" fmla="*/ 83 h 139"/>
                  <a:gd name="T10" fmla="*/ 228 w 248"/>
                  <a:gd name="T11" fmla="*/ 78 h 139"/>
                  <a:gd name="T12" fmla="*/ 224 w 248"/>
                  <a:gd name="T13" fmla="*/ 72 h 139"/>
                  <a:gd name="T14" fmla="*/ 226 w 248"/>
                  <a:gd name="T15" fmla="*/ 68 h 139"/>
                  <a:gd name="T16" fmla="*/ 228 w 248"/>
                  <a:gd name="T17" fmla="*/ 67 h 139"/>
                  <a:gd name="T18" fmla="*/ 224 w 248"/>
                  <a:gd name="T19" fmla="*/ 63 h 139"/>
                  <a:gd name="T20" fmla="*/ 211 w 248"/>
                  <a:gd name="T21" fmla="*/ 54 h 139"/>
                  <a:gd name="T22" fmla="*/ 215 w 248"/>
                  <a:gd name="T23" fmla="*/ 55 h 139"/>
                  <a:gd name="T24" fmla="*/ 221 w 248"/>
                  <a:gd name="T25" fmla="*/ 59 h 139"/>
                  <a:gd name="T26" fmla="*/ 225 w 248"/>
                  <a:gd name="T27" fmla="*/ 56 h 139"/>
                  <a:gd name="T28" fmla="*/ 225 w 248"/>
                  <a:gd name="T29" fmla="*/ 48 h 139"/>
                  <a:gd name="T30" fmla="*/ 215 w 248"/>
                  <a:gd name="T31" fmla="*/ 45 h 139"/>
                  <a:gd name="T32" fmla="*/ 211 w 248"/>
                  <a:gd name="T33" fmla="*/ 41 h 139"/>
                  <a:gd name="T34" fmla="*/ 207 w 248"/>
                  <a:gd name="T35" fmla="*/ 43 h 139"/>
                  <a:gd name="T36" fmla="*/ 199 w 248"/>
                  <a:gd name="T37" fmla="*/ 37 h 139"/>
                  <a:gd name="T38" fmla="*/ 193 w 248"/>
                  <a:gd name="T39" fmla="*/ 37 h 139"/>
                  <a:gd name="T40" fmla="*/ 188 w 248"/>
                  <a:gd name="T41" fmla="*/ 36 h 139"/>
                  <a:gd name="T42" fmla="*/ 191 w 248"/>
                  <a:gd name="T43" fmla="*/ 24 h 139"/>
                  <a:gd name="T44" fmla="*/ 192 w 248"/>
                  <a:gd name="T45" fmla="*/ 17 h 139"/>
                  <a:gd name="T46" fmla="*/ 183 w 248"/>
                  <a:gd name="T47" fmla="*/ 10 h 139"/>
                  <a:gd name="T48" fmla="*/ 171 w 248"/>
                  <a:gd name="T49" fmla="*/ 5 h 139"/>
                  <a:gd name="T50" fmla="*/ 166 w 248"/>
                  <a:gd name="T51" fmla="*/ 8 h 139"/>
                  <a:gd name="T52" fmla="*/ 151 w 248"/>
                  <a:gd name="T53" fmla="*/ 0 h 139"/>
                  <a:gd name="T54" fmla="*/ 149 w 248"/>
                  <a:gd name="T55" fmla="*/ 15 h 139"/>
                  <a:gd name="T56" fmla="*/ 144 w 248"/>
                  <a:gd name="T57" fmla="*/ 21 h 139"/>
                  <a:gd name="T58" fmla="*/ 138 w 248"/>
                  <a:gd name="T59" fmla="*/ 28 h 139"/>
                  <a:gd name="T60" fmla="*/ 134 w 248"/>
                  <a:gd name="T61" fmla="*/ 28 h 139"/>
                  <a:gd name="T62" fmla="*/ 131 w 248"/>
                  <a:gd name="T63" fmla="*/ 36 h 139"/>
                  <a:gd name="T64" fmla="*/ 127 w 248"/>
                  <a:gd name="T65" fmla="*/ 46 h 139"/>
                  <a:gd name="T66" fmla="*/ 120 w 248"/>
                  <a:gd name="T67" fmla="*/ 43 h 139"/>
                  <a:gd name="T68" fmla="*/ 115 w 248"/>
                  <a:gd name="T69" fmla="*/ 48 h 139"/>
                  <a:gd name="T70" fmla="*/ 109 w 248"/>
                  <a:gd name="T71" fmla="*/ 68 h 139"/>
                  <a:gd name="T72" fmla="*/ 103 w 248"/>
                  <a:gd name="T73" fmla="*/ 78 h 139"/>
                  <a:gd name="T74" fmla="*/ 100 w 248"/>
                  <a:gd name="T75" fmla="*/ 89 h 139"/>
                  <a:gd name="T76" fmla="*/ 82 w 248"/>
                  <a:gd name="T77" fmla="*/ 101 h 139"/>
                  <a:gd name="T78" fmla="*/ 69 w 248"/>
                  <a:gd name="T79" fmla="*/ 100 h 139"/>
                  <a:gd name="T80" fmla="*/ 61 w 248"/>
                  <a:gd name="T81" fmla="*/ 107 h 139"/>
                  <a:gd name="T82" fmla="*/ 50 w 248"/>
                  <a:gd name="T83" fmla="*/ 100 h 139"/>
                  <a:gd name="T84" fmla="*/ 46 w 248"/>
                  <a:gd name="T85" fmla="*/ 97 h 139"/>
                  <a:gd name="T86" fmla="*/ 43 w 248"/>
                  <a:gd name="T87" fmla="*/ 103 h 139"/>
                  <a:gd name="T88" fmla="*/ 28 w 248"/>
                  <a:gd name="T89" fmla="*/ 113 h 139"/>
                  <a:gd name="T90" fmla="*/ 22 w 248"/>
                  <a:gd name="T91" fmla="*/ 127 h 139"/>
                  <a:gd name="T92" fmla="*/ 15 w 248"/>
                  <a:gd name="T93" fmla="*/ 130 h 139"/>
                  <a:gd name="T94" fmla="*/ 6 w 248"/>
                  <a:gd name="T95" fmla="*/ 136 h 139"/>
                  <a:gd name="T96" fmla="*/ 64 w 248"/>
                  <a:gd name="T97" fmla="*/ 133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48" h="139">
                    <a:moveTo>
                      <a:pt x="116" y="127"/>
                    </a:moveTo>
                    <a:lnTo>
                      <a:pt x="169" y="118"/>
                    </a:lnTo>
                    <a:lnTo>
                      <a:pt x="243" y="103"/>
                    </a:lnTo>
                    <a:lnTo>
                      <a:pt x="248" y="101"/>
                    </a:lnTo>
                    <a:lnTo>
                      <a:pt x="248" y="98"/>
                    </a:lnTo>
                    <a:lnTo>
                      <a:pt x="246" y="93"/>
                    </a:lnTo>
                    <a:lnTo>
                      <a:pt x="243" y="89"/>
                    </a:lnTo>
                    <a:lnTo>
                      <a:pt x="239" y="86"/>
                    </a:lnTo>
                    <a:lnTo>
                      <a:pt x="237" y="86"/>
                    </a:lnTo>
                    <a:lnTo>
                      <a:pt x="232" y="83"/>
                    </a:lnTo>
                    <a:lnTo>
                      <a:pt x="231" y="80"/>
                    </a:lnTo>
                    <a:lnTo>
                      <a:pt x="228" y="78"/>
                    </a:lnTo>
                    <a:lnTo>
                      <a:pt x="226" y="74"/>
                    </a:lnTo>
                    <a:lnTo>
                      <a:pt x="224" y="72"/>
                    </a:lnTo>
                    <a:lnTo>
                      <a:pt x="224" y="70"/>
                    </a:lnTo>
                    <a:lnTo>
                      <a:pt x="226" y="68"/>
                    </a:lnTo>
                    <a:lnTo>
                      <a:pt x="230" y="70"/>
                    </a:lnTo>
                    <a:lnTo>
                      <a:pt x="228" y="67"/>
                    </a:lnTo>
                    <a:lnTo>
                      <a:pt x="226" y="64"/>
                    </a:lnTo>
                    <a:lnTo>
                      <a:pt x="224" y="63"/>
                    </a:lnTo>
                    <a:lnTo>
                      <a:pt x="215" y="60"/>
                    </a:lnTo>
                    <a:lnTo>
                      <a:pt x="211" y="54"/>
                    </a:lnTo>
                    <a:lnTo>
                      <a:pt x="211" y="53"/>
                    </a:lnTo>
                    <a:lnTo>
                      <a:pt x="215" y="55"/>
                    </a:lnTo>
                    <a:lnTo>
                      <a:pt x="220" y="56"/>
                    </a:lnTo>
                    <a:lnTo>
                      <a:pt x="221" y="59"/>
                    </a:lnTo>
                    <a:lnTo>
                      <a:pt x="227" y="60"/>
                    </a:lnTo>
                    <a:lnTo>
                      <a:pt x="225" y="56"/>
                    </a:lnTo>
                    <a:lnTo>
                      <a:pt x="225" y="51"/>
                    </a:lnTo>
                    <a:lnTo>
                      <a:pt x="225" y="48"/>
                    </a:lnTo>
                    <a:lnTo>
                      <a:pt x="221" y="49"/>
                    </a:lnTo>
                    <a:lnTo>
                      <a:pt x="215" y="45"/>
                    </a:lnTo>
                    <a:lnTo>
                      <a:pt x="212" y="41"/>
                    </a:lnTo>
                    <a:lnTo>
                      <a:pt x="211" y="41"/>
                    </a:lnTo>
                    <a:lnTo>
                      <a:pt x="210" y="43"/>
                    </a:lnTo>
                    <a:lnTo>
                      <a:pt x="207" y="43"/>
                    </a:lnTo>
                    <a:lnTo>
                      <a:pt x="203" y="39"/>
                    </a:lnTo>
                    <a:lnTo>
                      <a:pt x="199" y="37"/>
                    </a:lnTo>
                    <a:lnTo>
                      <a:pt x="195" y="36"/>
                    </a:lnTo>
                    <a:lnTo>
                      <a:pt x="193" y="37"/>
                    </a:lnTo>
                    <a:lnTo>
                      <a:pt x="190" y="38"/>
                    </a:lnTo>
                    <a:lnTo>
                      <a:pt x="188" y="36"/>
                    </a:lnTo>
                    <a:lnTo>
                      <a:pt x="188" y="25"/>
                    </a:lnTo>
                    <a:lnTo>
                      <a:pt x="191" y="24"/>
                    </a:lnTo>
                    <a:lnTo>
                      <a:pt x="193" y="21"/>
                    </a:lnTo>
                    <a:lnTo>
                      <a:pt x="192" y="17"/>
                    </a:lnTo>
                    <a:lnTo>
                      <a:pt x="188" y="14"/>
                    </a:lnTo>
                    <a:lnTo>
                      <a:pt x="183" y="10"/>
                    </a:lnTo>
                    <a:lnTo>
                      <a:pt x="173" y="4"/>
                    </a:lnTo>
                    <a:lnTo>
                      <a:pt x="171" y="5"/>
                    </a:lnTo>
                    <a:lnTo>
                      <a:pt x="168" y="8"/>
                    </a:lnTo>
                    <a:lnTo>
                      <a:pt x="166" y="8"/>
                    </a:lnTo>
                    <a:lnTo>
                      <a:pt x="160" y="5"/>
                    </a:lnTo>
                    <a:lnTo>
                      <a:pt x="151" y="0"/>
                    </a:lnTo>
                    <a:lnTo>
                      <a:pt x="151" y="8"/>
                    </a:lnTo>
                    <a:lnTo>
                      <a:pt x="149" y="15"/>
                    </a:lnTo>
                    <a:lnTo>
                      <a:pt x="147" y="18"/>
                    </a:lnTo>
                    <a:lnTo>
                      <a:pt x="144" y="21"/>
                    </a:lnTo>
                    <a:lnTo>
                      <a:pt x="139" y="30"/>
                    </a:lnTo>
                    <a:lnTo>
                      <a:pt x="138" y="28"/>
                    </a:lnTo>
                    <a:lnTo>
                      <a:pt x="135" y="28"/>
                    </a:lnTo>
                    <a:lnTo>
                      <a:pt x="134" y="28"/>
                    </a:lnTo>
                    <a:lnTo>
                      <a:pt x="133" y="32"/>
                    </a:lnTo>
                    <a:lnTo>
                      <a:pt x="131" y="36"/>
                    </a:lnTo>
                    <a:lnTo>
                      <a:pt x="128" y="44"/>
                    </a:lnTo>
                    <a:lnTo>
                      <a:pt x="127" y="46"/>
                    </a:lnTo>
                    <a:lnTo>
                      <a:pt x="125" y="45"/>
                    </a:lnTo>
                    <a:lnTo>
                      <a:pt x="120" y="43"/>
                    </a:lnTo>
                    <a:lnTo>
                      <a:pt x="116" y="41"/>
                    </a:lnTo>
                    <a:lnTo>
                      <a:pt x="115" y="48"/>
                    </a:lnTo>
                    <a:lnTo>
                      <a:pt x="112" y="60"/>
                    </a:lnTo>
                    <a:lnTo>
                      <a:pt x="109" y="68"/>
                    </a:lnTo>
                    <a:lnTo>
                      <a:pt x="104" y="73"/>
                    </a:lnTo>
                    <a:lnTo>
                      <a:pt x="103" y="78"/>
                    </a:lnTo>
                    <a:lnTo>
                      <a:pt x="104" y="86"/>
                    </a:lnTo>
                    <a:lnTo>
                      <a:pt x="100" y="89"/>
                    </a:lnTo>
                    <a:lnTo>
                      <a:pt x="89" y="95"/>
                    </a:lnTo>
                    <a:lnTo>
                      <a:pt x="82" y="101"/>
                    </a:lnTo>
                    <a:lnTo>
                      <a:pt x="73" y="103"/>
                    </a:lnTo>
                    <a:lnTo>
                      <a:pt x="69" y="100"/>
                    </a:lnTo>
                    <a:lnTo>
                      <a:pt x="63" y="107"/>
                    </a:lnTo>
                    <a:lnTo>
                      <a:pt x="61" y="107"/>
                    </a:lnTo>
                    <a:lnTo>
                      <a:pt x="56" y="105"/>
                    </a:lnTo>
                    <a:lnTo>
                      <a:pt x="50" y="100"/>
                    </a:lnTo>
                    <a:lnTo>
                      <a:pt x="49" y="97"/>
                    </a:lnTo>
                    <a:lnTo>
                      <a:pt x="46" y="97"/>
                    </a:lnTo>
                    <a:lnTo>
                      <a:pt x="45" y="99"/>
                    </a:lnTo>
                    <a:lnTo>
                      <a:pt x="43" y="103"/>
                    </a:lnTo>
                    <a:lnTo>
                      <a:pt x="39" y="109"/>
                    </a:lnTo>
                    <a:lnTo>
                      <a:pt x="28" y="113"/>
                    </a:lnTo>
                    <a:lnTo>
                      <a:pt x="25" y="118"/>
                    </a:lnTo>
                    <a:lnTo>
                      <a:pt x="22" y="127"/>
                    </a:lnTo>
                    <a:lnTo>
                      <a:pt x="18" y="128"/>
                    </a:lnTo>
                    <a:lnTo>
                      <a:pt x="15" y="130"/>
                    </a:lnTo>
                    <a:lnTo>
                      <a:pt x="10" y="133"/>
                    </a:lnTo>
                    <a:lnTo>
                      <a:pt x="6" y="136"/>
                    </a:lnTo>
                    <a:lnTo>
                      <a:pt x="0" y="139"/>
                    </a:lnTo>
                    <a:lnTo>
                      <a:pt x="64" y="133"/>
                    </a:lnTo>
                    <a:lnTo>
                      <a:pt x="116" y="1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1" name="Freeform 40">
                <a:extLst>
                  <a:ext uri="{FF2B5EF4-FFF2-40B4-BE49-F238E27FC236}">
                    <a16:creationId xmlns:a16="http://schemas.microsoft.com/office/drawing/2014/main" id="{3ADCEB80-AC11-6F8E-DB64-CA3A3AD26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96428" y="2462756"/>
                <a:ext cx="237373" cy="184011"/>
              </a:xfrm>
              <a:custGeom>
                <a:avLst/>
                <a:gdLst>
                  <a:gd name="T0" fmla="*/ 94 w 189"/>
                  <a:gd name="T1" fmla="*/ 4 h 147"/>
                  <a:gd name="T2" fmla="*/ 79 w 189"/>
                  <a:gd name="T3" fmla="*/ 0 h 147"/>
                  <a:gd name="T4" fmla="*/ 67 w 189"/>
                  <a:gd name="T5" fmla="*/ 4 h 147"/>
                  <a:gd name="T6" fmla="*/ 58 w 189"/>
                  <a:gd name="T7" fmla="*/ 6 h 147"/>
                  <a:gd name="T8" fmla="*/ 39 w 189"/>
                  <a:gd name="T9" fmla="*/ 4 h 147"/>
                  <a:gd name="T10" fmla="*/ 26 w 189"/>
                  <a:gd name="T11" fmla="*/ 7 h 147"/>
                  <a:gd name="T12" fmla="*/ 12 w 189"/>
                  <a:gd name="T13" fmla="*/ 18 h 147"/>
                  <a:gd name="T14" fmla="*/ 11 w 189"/>
                  <a:gd name="T15" fmla="*/ 22 h 147"/>
                  <a:gd name="T16" fmla="*/ 5 w 189"/>
                  <a:gd name="T17" fmla="*/ 26 h 147"/>
                  <a:gd name="T18" fmla="*/ 0 w 189"/>
                  <a:gd name="T19" fmla="*/ 32 h 147"/>
                  <a:gd name="T20" fmla="*/ 4 w 189"/>
                  <a:gd name="T21" fmla="*/ 37 h 147"/>
                  <a:gd name="T22" fmla="*/ 19 w 189"/>
                  <a:gd name="T23" fmla="*/ 45 h 147"/>
                  <a:gd name="T24" fmla="*/ 24 w 189"/>
                  <a:gd name="T25" fmla="*/ 53 h 147"/>
                  <a:gd name="T26" fmla="*/ 34 w 189"/>
                  <a:gd name="T27" fmla="*/ 64 h 147"/>
                  <a:gd name="T28" fmla="*/ 55 w 189"/>
                  <a:gd name="T29" fmla="*/ 81 h 147"/>
                  <a:gd name="T30" fmla="*/ 66 w 189"/>
                  <a:gd name="T31" fmla="*/ 96 h 147"/>
                  <a:gd name="T32" fmla="*/ 76 w 189"/>
                  <a:gd name="T33" fmla="*/ 102 h 147"/>
                  <a:gd name="T34" fmla="*/ 82 w 189"/>
                  <a:gd name="T35" fmla="*/ 107 h 147"/>
                  <a:gd name="T36" fmla="*/ 87 w 189"/>
                  <a:gd name="T37" fmla="*/ 114 h 147"/>
                  <a:gd name="T38" fmla="*/ 89 w 189"/>
                  <a:gd name="T39" fmla="*/ 119 h 147"/>
                  <a:gd name="T40" fmla="*/ 91 w 189"/>
                  <a:gd name="T41" fmla="*/ 124 h 147"/>
                  <a:gd name="T42" fmla="*/ 95 w 189"/>
                  <a:gd name="T43" fmla="*/ 125 h 147"/>
                  <a:gd name="T44" fmla="*/ 98 w 189"/>
                  <a:gd name="T45" fmla="*/ 128 h 147"/>
                  <a:gd name="T46" fmla="*/ 99 w 189"/>
                  <a:gd name="T47" fmla="*/ 133 h 147"/>
                  <a:gd name="T48" fmla="*/ 103 w 189"/>
                  <a:gd name="T49" fmla="*/ 138 h 147"/>
                  <a:gd name="T50" fmla="*/ 104 w 189"/>
                  <a:gd name="T51" fmla="*/ 145 h 147"/>
                  <a:gd name="T52" fmla="*/ 108 w 189"/>
                  <a:gd name="T53" fmla="*/ 147 h 147"/>
                  <a:gd name="T54" fmla="*/ 110 w 189"/>
                  <a:gd name="T55" fmla="*/ 140 h 147"/>
                  <a:gd name="T56" fmla="*/ 116 w 189"/>
                  <a:gd name="T57" fmla="*/ 140 h 147"/>
                  <a:gd name="T58" fmla="*/ 117 w 189"/>
                  <a:gd name="T59" fmla="*/ 137 h 147"/>
                  <a:gd name="T60" fmla="*/ 112 w 189"/>
                  <a:gd name="T61" fmla="*/ 136 h 147"/>
                  <a:gd name="T62" fmla="*/ 110 w 189"/>
                  <a:gd name="T63" fmla="*/ 133 h 147"/>
                  <a:gd name="T64" fmla="*/ 115 w 189"/>
                  <a:gd name="T65" fmla="*/ 132 h 147"/>
                  <a:gd name="T66" fmla="*/ 119 w 189"/>
                  <a:gd name="T67" fmla="*/ 135 h 147"/>
                  <a:gd name="T68" fmla="*/ 124 w 189"/>
                  <a:gd name="T69" fmla="*/ 128 h 147"/>
                  <a:gd name="T70" fmla="*/ 123 w 189"/>
                  <a:gd name="T71" fmla="*/ 123 h 147"/>
                  <a:gd name="T72" fmla="*/ 130 w 189"/>
                  <a:gd name="T73" fmla="*/ 123 h 147"/>
                  <a:gd name="T74" fmla="*/ 135 w 189"/>
                  <a:gd name="T75" fmla="*/ 119 h 147"/>
                  <a:gd name="T76" fmla="*/ 131 w 189"/>
                  <a:gd name="T77" fmla="*/ 118 h 147"/>
                  <a:gd name="T78" fmla="*/ 129 w 189"/>
                  <a:gd name="T79" fmla="*/ 115 h 147"/>
                  <a:gd name="T80" fmla="*/ 133 w 189"/>
                  <a:gd name="T81" fmla="*/ 115 h 147"/>
                  <a:gd name="T82" fmla="*/ 138 w 189"/>
                  <a:gd name="T83" fmla="*/ 117 h 147"/>
                  <a:gd name="T84" fmla="*/ 145 w 189"/>
                  <a:gd name="T85" fmla="*/ 110 h 147"/>
                  <a:gd name="T86" fmla="*/ 141 w 189"/>
                  <a:gd name="T87" fmla="*/ 105 h 147"/>
                  <a:gd name="T88" fmla="*/ 143 w 189"/>
                  <a:gd name="T89" fmla="*/ 103 h 147"/>
                  <a:gd name="T90" fmla="*/ 149 w 189"/>
                  <a:gd name="T91" fmla="*/ 103 h 147"/>
                  <a:gd name="T92" fmla="*/ 155 w 189"/>
                  <a:gd name="T93" fmla="*/ 93 h 147"/>
                  <a:gd name="T94" fmla="*/ 164 w 189"/>
                  <a:gd name="T95" fmla="*/ 89 h 147"/>
                  <a:gd name="T96" fmla="*/ 169 w 189"/>
                  <a:gd name="T97" fmla="*/ 81 h 147"/>
                  <a:gd name="T98" fmla="*/ 165 w 189"/>
                  <a:gd name="T99" fmla="*/ 75 h 147"/>
                  <a:gd name="T100" fmla="*/ 169 w 189"/>
                  <a:gd name="T101" fmla="*/ 75 h 147"/>
                  <a:gd name="T102" fmla="*/ 170 w 189"/>
                  <a:gd name="T103" fmla="*/ 70 h 147"/>
                  <a:gd name="T104" fmla="*/ 175 w 189"/>
                  <a:gd name="T105" fmla="*/ 60 h 147"/>
                  <a:gd name="T106" fmla="*/ 178 w 189"/>
                  <a:gd name="T107" fmla="*/ 54 h 147"/>
                  <a:gd name="T108" fmla="*/ 187 w 189"/>
                  <a:gd name="T109" fmla="*/ 46 h 147"/>
                  <a:gd name="T110" fmla="*/ 138 w 189"/>
                  <a:gd name="T111" fmla="*/ 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9" h="147">
                    <a:moveTo>
                      <a:pt x="98" y="14"/>
                    </a:moveTo>
                    <a:cubicBezTo>
                      <a:pt x="94" y="4"/>
                      <a:pt x="94" y="4"/>
                      <a:pt x="94" y="4"/>
                    </a:cubicBezTo>
                    <a:cubicBezTo>
                      <a:pt x="88" y="1"/>
                      <a:pt x="88" y="1"/>
                      <a:pt x="88" y="1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9" y="58"/>
                      <a:pt x="29" y="58"/>
                      <a:pt x="29" y="58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50" y="77"/>
                      <a:pt x="50" y="77"/>
                      <a:pt x="50" y="77"/>
                    </a:cubicBezTo>
                    <a:cubicBezTo>
                      <a:pt x="55" y="81"/>
                      <a:pt x="55" y="81"/>
                      <a:pt x="55" y="81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6" y="96"/>
                      <a:pt x="66" y="96"/>
                      <a:pt x="66" y="96"/>
                    </a:cubicBezTo>
                    <a:cubicBezTo>
                      <a:pt x="73" y="99"/>
                      <a:pt x="73" y="99"/>
                      <a:pt x="73" y="99"/>
                    </a:cubicBezTo>
                    <a:cubicBezTo>
                      <a:pt x="76" y="102"/>
                      <a:pt x="76" y="102"/>
                      <a:pt x="76" y="102"/>
                    </a:cubicBezTo>
                    <a:cubicBezTo>
                      <a:pt x="79" y="105"/>
                      <a:pt x="79" y="105"/>
                      <a:pt x="79" y="105"/>
                    </a:cubicBezTo>
                    <a:cubicBezTo>
                      <a:pt x="82" y="107"/>
                      <a:pt x="82" y="107"/>
                      <a:pt x="82" y="107"/>
                    </a:cubicBezTo>
                    <a:cubicBezTo>
                      <a:pt x="84" y="109"/>
                      <a:pt x="84" y="109"/>
                      <a:pt x="84" y="109"/>
                    </a:cubicBezTo>
                    <a:cubicBezTo>
                      <a:pt x="87" y="114"/>
                      <a:pt x="87" y="114"/>
                      <a:pt x="87" y="114"/>
                    </a:cubicBezTo>
                    <a:cubicBezTo>
                      <a:pt x="89" y="117"/>
                      <a:pt x="89" y="117"/>
                      <a:pt x="89" y="117"/>
                    </a:cubicBezTo>
                    <a:cubicBezTo>
                      <a:pt x="89" y="119"/>
                      <a:pt x="89" y="119"/>
                      <a:pt x="89" y="119"/>
                    </a:cubicBezTo>
                    <a:cubicBezTo>
                      <a:pt x="90" y="122"/>
                      <a:pt x="90" y="122"/>
                      <a:pt x="90" y="122"/>
                    </a:cubicBezTo>
                    <a:cubicBezTo>
                      <a:pt x="91" y="124"/>
                      <a:pt x="91" y="124"/>
                      <a:pt x="91" y="124"/>
                    </a:cubicBezTo>
                    <a:cubicBezTo>
                      <a:pt x="92" y="124"/>
                      <a:pt x="92" y="124"/>
                      <a:pt x="92" y="124"/>
                    </a:cubicBezTo>
                    <a:cubicBezTo>
                      <a:pt x="95" y="125"/>
                      <a:pt x="95" y="125"/>
                      <a:pt x="95" y="125"/>
                    </a:cubicBezTo>
                    <a:cubicBezTo>
                      <a:pt x="98" y="127"/>
                      <a:pt x="98" y="127"/>
                      <a:pt x="98" y="127"/>
                    </a:cubicBezTo>
                    <a:cubicBezTo>
                      <a:pt x="98" y="128"/>
                      <a:pt x="98" y="128"/>
                      <a:pt x="98" y="128"/>
                    </a:cubicBezTo>
                    <a:cubicBezTo>
                      <a:pt x="98" y="130"/>
                      <a:pt x="98" y="130"/>
                      <a:pt x="98" y="130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3" y="137"/>
                      <a:pt x="103" y="137"/>
                      <a:pt x="103" y="137"/>
                    </a:cubicBezTo>
                    <a:cubicBezTo>
                      <a:pt x="103" y="138"/>
                      <a:pt x="103" y="138"/>
                      <a:pt x="103" y="138"/>
                    </a:cubicBezTo>
                    <a:cubicBezTo>
                      <a:pt x="103" y="142"/>
                      <a:pt x="103" y="142"/>
                      <a:pt x="103" y="142"/>
                    </a:cubicBezTo>
                    <a:cubicBezTo>
                      <a:pt x="104" y="145"/>
                      <a:pt x="104" y="145"/>
                      <a:pt x="104" y="145"/>
                    </a:cubicBezTo>
                    <a:cubicBezTo>
                      <a:pt x="106" y="146"/>
                      <a:pt x="106" y="146"/>
                      <a:pt x="106" y="146"/>
                    </a:cubicBezTo>
                    <a:cubicBezTo>
                      <a:pt x="108" y="147"/>
                      <a:pt x="108" y="147"/>
                      <a:pt x="108" y="147"/>
                    </a:cubicBezTo>
                    <a:cubicBezTo>
                      <a:pt x="108" y="141"/>
                      <a:pt x="108" y="141"/>
                      <a:pt x="108" y="141"/>
                    </a:cubicBezTo>
                    <a:cubicBezTo>
                      <a:pt x="110" y="140"/>
                      <a:pt x="110" y="140"/>
                      <a:pt x="110" y="140"/>
                    </a:cubicBezTo>
                    <a:cubicBezTo>
                      <a:pt x="115" y="140"/>
                      <a:pt x="115" y="140"/>
                      <a:pt x="115" y="140"/>
                    </a:cubicBezTo>
                    <a:cubicBezTo>
                      <a:pt x="116" y="140"/>
                      <a:pt x="116" y="140"/>
                      <a:pt x="116" y="140"/>
                    </a:cubicBezTo>
                    <a:cubicBezTo>
                      <a:pt x="116" y="140"/>
                      <a:pt x="118" y="139"/>
                      <a:pt x="118" y="139"/>
                    </a:cubicBezTo>
                    <a:cubicBezTo>
                      <a:pt x="118" y="138"/>
                      <a:pt x="117" y="137"/>
                      <a:pt x="117" y="137"/>
                    </a:cubicBezTo>
                    <a:cubicBezTo>
                      <a:pt x="116" y="137"/>
                      <a:pt x="116" y="137"/>
                      <a:pt x="116" y="137"/>
                    </a:cubicBezTo>
                    <a:cubicBezTo>
                      <a:pt x="116" y="137"/>
                      <a:pt x="112" y="136"/>
                      <a:pt x="112" y="136"/>
                    </a:cubicBezTo>
                    <a:cubicBezTo>
                      <a:pt x="111" y="136"/>
                      <a:pt x="110" y="134"/>
                      <a:pt x="110" y="134"/>
                    </a:cubicBezTo>
                    <a:cubicBezTo>
                      <a:pt x="110" y="133"/>
                      <a:pt x="110" y="133"/>
                      <a:pt x="110" y="133"/>
                    </a:cubicBezTo>
                    <a:cubicBezTo>
                      <a:pt x="111" y="129"/>
                      <a:pt x="111" y="129"/>
                      <a:pt x="111" y="129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3"/>
                      <a:pt x="116" y="133"/>
                      <a:pt x="116" y="133"/>
                    </a:cubicBezTo>
                    <a:cubicBezTo>
                      <a:pt x="119" y="135"/>
                      <a:pt x="119" y="135"/>
                      <a:pt x="119" y="135"/>
                    </a:cubicBezTo>
                    <a:cubicBezTo>
                      <a:pt x="123" y="134"/>
                      <a:pt x="123" y="134"/>
                      <a:pt x="123" y="134"/>
                    </a:cubicBezTo>
                    <a:cubicBezTo>
                      <a:pt x="124" y="128"/>
                      <a:pt x="124" y="128"/>
                      <a:pt x="124" y="128"/>
                    </a:cubicBezTo>
                    <a:cubicBezTo>
                      <a:pt x="124" y="127"/>
                      <a:pt x="124" y="127"/>
                      <a:pt x="124" y="127"/>
                    </a:cubicBezTo>
                    <a:cubicBezTo>
                      <a:pt x="123" y="123"/>
                      <a:pt x="123" y="123"/>
                      <a:pt x="123" y="123"/>
                    </a:cubicBezTo>
                    <a:cubicBezTo>
                      <a:pt x="126" y="123"/>
                      <a:pt x="126" y="123"/>
                      <a:pt x="126" y="123"/>
                    </a:cubicBezTo>
                    <a:cubicBezTo>
                      <a:pt x="130" y="123"/>
                      <a:pt x="130" y="123"/>
                      <a:pt x="130" y="123"/>
                    </a:cubicBezTo>
                    <a:cubicBezTo>
                      <a:pt x="135" y="120"/>
                      <a:pt x="135" y="120"/>
                      <a:pt x="135" y="120"/>
                    </a:cubicBezTo>
                    <a:cubicBezTo>
                      <a:pt x="135" y="119"/>
                      <a:pt x="135" y="119"/>
                      <a:pt x="135" y="119"/>
                    </a:cubicBezTo>
                    <a:cubicBezTo>
                      <a:pt x="133" y="118"/>
                      <a:pt x="133" y="118"/>
                      <a:pt x="133" y="118"/>
                    </a:cubicBezTo>
                    <a:cubicBezTo>
                      <a:pt x="131" y="118"/>
                      <a:pt x="131" y="118"/>
                      <a:pt x="131" y="118"/>
                    </a:cubicBezTo>
                    <a:cubicBezTo>
                      <a:pt x="129" y="117"/>
                      <a:pt x="129" y="117"/>
                      <a:pt x="129" y="117"/>
                    </a:cubicBezTo>
                    <a:cubicBezTo>
                      <a:pt x="129" y="115"/>
                      <a:pt x="129" y="115"/>
                      <a:pt x="129" y="115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3" y="115"/>
                      <a:pt x="133" y="115"/>
                      <a:pt x="133" y="115"/>
                    </a:cubicBezTo>
                    <a:cubicBezTo>
                      <a:pt x="136" y="117"/>
                      <a:pt x="136" y="117"/>
                      <a:pt x="136" y="117"/>
                    </a:cubicBezTo>
                    <a:cubicBezTo>
                      <a:pt x="138" y="117"/>
                      <a:pt x="138" y="117"/>
                      <a:pt x="138" y="117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45" y="110"/>
                      <a:pt x="145" y="110"/>
                      <a:pt x="145" y="110"/>
                    </a:cubicBezTo>
                    <a:cubicBezTo>
                      <a:pt x="144" y="107"/>
                      <a:pt x="144" y="107"/>
                      <a:pt x="144" y="107"/>
                    </a:cubicBezTo>
                    <a:cubicBezTo>
                      <a:pt x="141" y="105"/>
                      <a:pt x="141" y="105"/>
                      <a:pt x="141" y="105"/>
                    </a:cubicBezTo>
                    <a:cubicBezTo>
                      <a:pt x="141" y="104"/>
                      <a:pt x="141" y="104"/>
                      <a:pt x="141" y="104"/>
                    </a:cubicBezTo>
                    <a:cubicBezTo>
                      <a:pt x="143" y="103"/>
                      <a:pt x="143" y="103"/>
                      <a:pt x="143" y="103"/>
                    </a:cubicBezTo>
                    <a:cubicBezTo>
                      <a:pt x="147" y="105"/>
                      <a:pt x="147" y="105"/>
                      <a:pt x="147" y="105"/>
                    </a:cubicBezTo>
                    <a:cubicBezTo>
                      <a:pt x="149" y="103"/>
                      <a:pt x="149" y="103"/>
                      <a:pt x="149" y="103"/>
                    </a:cubicBezTo>
                    <a:cubicBezTo>
                      <a:pt x="151" y="100"/>
                      <a:pt x="151" y="100"/>
                      <a:pt x="151" y="100"/>
                    </a:cubicBezTo>
                    <a:cubicBezTo>
                      <a:pt x="155" y="93"/>
                      <a:pt x="155" y="93"/>
                      <a:pt x="155" y="93"/>
                    </a:cubicBezTo>
                    <a:cubicBezTo>
                      <a:pt x="159" y="90"/>
                      <a:pt x="159" y="90"/>
                      <a:pt x="159" y="90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7" y="84"/>
                      <a:pt x="167" y="84"/>
                      <a:pt x="167" y="84"/>
                    </a:cubicBezTo>
                    <a:cubicBezTo>
                      <a:pt x="169" y="81"/>
                      <a:pt x="169" y="81"/>
                      <a:pt x="169" y="81"/>
                    </a:cubicBezTo>
                    <a:cubicBezTo>
                      <a:pt x="167" y="79"/>
                      <a:pt x="167" y="79"/>
                      <a:pt x="167" y="79"/>
                    </a:cubicBezTo>
                    <a:cubicBezTo>
                      <a:pt x="165" y="75"/>
                      <a:pt x="165" y="75"/>
                      <a:pt x="165" y="75"/>
                    </a:cubicBezTo>
                    <a:cubicBezTo>
                      <a:pt x="167" y="75"/>
                      <a:pt x="167" y="75"/>
                      <a:pt x="167" y="75"/>
                    </a:cubicBezTo>
                    <a:cubicBezTo>
                      <a:pt x="169" y="75"/>
                      <a:pt x="169" y="75"/>
                      <a:pt x="169" y="75"/>
                    </a:cubicBezTo>
                    <a:cubicBezTo>
                      <a:pt x="169" y="72"/>
                      <a:pt x="169" y="72"/>
                      <a:pt x="169" y="72"/>
                    </a:cubicBezTo>
                    <a:cubicBezTo>
                      <a:pt x="170" y="70"/>
                      <a:pt x="170" y="70"/>
                      <a:pt x="170" y="70"/>
                    </a:cubicBezTo>
                    <a:cubicBezTo>
                      <a:pt x="173" y="66"/>
                      <a:pt x="173" y="66"/>
                      <a:pt x="173" y="66"/>
                    </a:cubicBezTo>
                    <a:cubicBezTo>
                      <a:pt x="175" y="60"/>
                      <a:pt x="175" y="60"/>
                      <a:pt x="175" y="60"/>
                    </a:cubicBezTo>
                    <a:cubicBezTo>
                      <a:pt x="177" y="56"/>
                      <a:pt x="177" y="56"/>
                      <a:pt x="177" y="56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80" y="52"/>
                      <a:pt x="180" y="52"/>
                      <a:pt x="180" y="52"/>
                    </a:cubicBezTo>
                    <a:cubicBezTo>
                      <a:pt x="187" y="46"/>
                      <a:pt x="187" y="46"/>
                      <a:pt x="187" y="46"/>
                    </a:cubicBezTo>
                    <a:cubicBezTo>
                      <a:pt x="189" y="44"/>
                      <a:pt x="189" y="44"/>
                      <a:pt x="189" y="44"/>
                    </a:cubicBezTo>
                    <a:cubicBezTo>
                      <a:pt x="138" y="6"/>
                      <a:pt x="138" y="6"/>
                      <a:pt x="138" y="6"/>
                    </a:cubicBezTo>
                    <a:lnTo>
                      <a:pt x="98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2" name="Freeform 41">
                <a:extLst>
                  <a:ext uri="{FF2B5EF4-FFF2-40B4-BE49-F238E27FC236}">
                    <a16:creationId xmlns:a16="http://schemas.microsoft.com/office/drawing/2014/main" id="{0DC674E5-33A2-041C-2C86-05A6B84ED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51637" y="2496887"/>
                <a:ext cx="186931" cy="299760"/>
              </a:xfrm>
              <a:custGeom>
                <a:avLst/>
                <a:gdLst>
                  <a:gd name="T0" fmla="*/ 39 w 126"/>
                  <a:gd name="T1" fmla="*/ 183 h 202"/>
                  <a:gd name="T2" fmla="*/ 33 w 126"/>
                  <a:gd name="T3" fmla="*/ 176 h 202"/>
                  <a:gd name="T4" fmla="*/ 36 w 126"/>
                  <a:gd name="T5" fmla="*/ 172 h 202"/>
                  <a:gd name="T6" fmla="*/ 51 w 126"/>
                  <a:gd name="T7" fmla="*/ 168 h 202"/>
                  <a:gd name="T8" fmla="*/ 125 w 126"/>
                  <a:gd name="T9" fmla="*/ 161 h 202"/>
                  <a:gd name="T10" fmla="*/ 120 w 126"/>
                  <a:gd name="T11" fmla="*/ 153 h 202"/>
                  <a:gd name="T12" fmla="*/ 119 w 126"/>
                  <a:gd name="T13" fmla="*/ 148 h 202"/>
                  <a:gd name="T14" fmla="*/ 120 w 126"/>
                  <a:gd name="T15" fmla="*/ 141 h 202"/>
                  <a:gd name="T16" fmla="*/ 116 w 126"/>
                  <a:gd name="T17" fmla="*/ 130 h 202"/>
                  <a:gd name="T18" fmla="*/ 119 w 126"/>
                  <a:gd name="T19" fmla="*/ 123 h 202"/>
                  <a:gd name="T20" fmla="*/ 116 w 126"/>
                  <a:gd name="T21" fmla="*/ 117 h 202"/>
                  <a:gd name="T22" fmla="*/ 122 w 126"/>
                  <a:gd name="T23" fmla="*/ 110 h 202"/>
                  <a:gd name="T24" fmla="*/ 119 w 126"/>
                  <a:gd name="T25" fmla="*/ 104 h 202"/>
                  <a:gd name="T26" fmla="*/ 115 w 126"/>
                  <a:gd name="T27" fmla="*/ 95 h 202"/>
                  <a:gd name="T28" fmla="*/ 106 w 126"/>
                  <a:gd name="T29" fmla="*/ 75 h 202"/>
                  <a:gd name="T30" fmla="*/ 89 w 126"/>
                  <a:gd name="T31" fmla="*/ 12 h 202"/>
                  <a:gd name="T32" fmla="*/ 94 w 126"/>
                  <a:gd name="T33" fmla="*/ 0 h 202"/>
                  <a:gd name="T34" fmla="*/ 1 w 126"/>
                  <a:gd name="T35" fmla="*/ 7 h 202"/>
                  <a:gd name="T36" fmla="*/ 0 w 126"/>
                  <a:gd name="T37" fmla="*/ 106 h 202"/>
                  <a:gd name="T38" fmla="*/ 6 w 126"/>
                  <a:gd name="T39" fmla="*/ 196 h 202"/>
                  <a:gd name="T40" fmla="*/ 11 w 126"/>
                  <a:gd name="T41" fmla="*/ 197 h 202"/>
                  <a:gd name="T42" fmla="*/ 16 w 126"/>
                  <a:gd name="T43" fmla="*/ 195 h 202"/>
                  <a:gd name="T44" fmla="*/ 16 w 126"/>
                  <a:gd name="T45" fmla="*/ 187 h 202"/>
                  <a:gd name="T46" fmla="*/ 21 w 126"/>
                  <a:gd name="T47" fmla="*/ 184 h 202"/>
                  <a:gd name="T48" fmla="*/ 22 w 126"/>
                  <a:gd name="T49" fmla="*/ 189 h 202"/>
                  <a:gd name="T50" fmla="*/ 22 w 126"/>
                  <a:gd name="T51" fmla="*/ 193 h 202"/>
                  <a:gd name="T52" fmla="*/ 25 w 126"/>
                  <a:gd name="T53" fmla="*/ 195 h 202"/>
                  <a:gd name="T54" fmla="*/ 27 w 126"/>
                  <a:gd name="T55" fmla="*/ 199 h 202"/>
                  <a:gd name="T56" fmla="*/ 25 w 126"/>
                  <a:gd name="T57" fmla="*/ 202 h 202"/>
                  <a:gd name="T58" fmla="*/ 31 w 126"/>
                  <a:gd name="T59" fmla="*/ 200 h 202"/>
                  <a:gd name="T60" fmla="*/ 38 w 126"/>
                  <a:gd name="T61" fmla="*/ 197 h 202"/>
                  <a:gd name="T62" fmla="*/ 43 w 126"/>
                  <a:gd name="T63" fmla="*/ 196 h 202"/>
                  <a:gd name="T64" fmla="*/ 44 w 126"/>
                  <a:gd name="T65" fmla="*/ 195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6" h="202">
                    <a:moveTo>
                      <a:pt x="40" y="188"/>
                    </a:moveTo>
                    <a:lnTo>
                      <a:pt x="39" y="183"/>
                    </a:lnTo>
                    <a:lnTo>
                      <a:pt x="35" y="178"/>
                    </a:lnTo>
                    <a:lnTo>
                      <a:pt x="33" y="176"/>
                    </a:lnTo>
                    <a:lnTo>
                      <a:pt x="33" y="173"/>
                    </a:lnTo>
                    <a:lnTo>
                      <a:pt x="36" y="172"/>
                    </a:lnTo>
                    <a:lnTo>
                      <a:pt x="43" y="170"/>
                    </a:lnTo>
                    <a:lnTo>
                      <a:pt x="51" y="168"/>
                    </a:lnTo>
                    <a:lnTo>
                      <a:pt x="126" y="162"/>
                    </a:lnTo>
                    <a:lnTo>
                      <a:pt x="125" y="161"/>
                    </a:lnTo>
                    <a:lnTo>
                      <a:pt x="121" y="156"/>
                    </a:lnTo>
                    <a:lnTo>
                      <a:pt x="120" y="153"/>
                    </a:lnTo>
                    <a:lnTo>
                      <a:pt x="118" y="150"/>
                    </a:lnTo>
                    <a:lnTo>
                      <a:pt x="119" y="148"/>
                    </a:lnTo>
                    <a:lnTo>
                      <a:pt x="121" y="146"/>
                    </a:lnTo>
                    <a:lnTo>
                      <a:pt x="120" y="141"/>
                    </a:lnTo>
                    <a:lnTo>
                      <a:pt x="118" y="138"/>
                    </a:lnTo>
                    <a:lnTo>
                      <a:pt x="116" y="130"/>
                    </a:lnTo>
                    <a:lnTo>
                      <a:pt x="116" y="125"/>
                    </a:lnTo>
                    <a:lnTo>
                      <a:pt x="119" y="123"/>
                    </a:lnTo>
                    <a:lnTo>
                      <a:pt x="120" y="119"/>
                    </a:lnTo>
                    <a:lnTo>
                      <a:pt x="116" y="117"/>
                    </a:lnTo>
                    <a:lnTo>
                      <a:pt x="121" y="114"/>
                    </a:lnTo>
                    <a:lnTo>
                      <a:pt x="122" y="110"/>
                    </a:lnTo>
                    <a:lnTo>
                      <a:pt x="120" y="108"/>
                    </a:lnTo>
                    <a:lnTo>
                      <a:pt x="119" y="104"/>
                    </a:lnTo>
                    <a:lnTo>
                      <a:pt x="119" y="100"/>
                    </a:lnTo>
                    <a:lnTo>
                      <a:pt x="115" y="95"/>
                    </a:lnTo>
                    <a:lnTo>
                      <a:pt x="108" y="83"/>
                    </a:lnTo>
                    <a:lnTo>
                      <a:pt x="106" y="75"/>
                    </a:lnTo>
                    <a:lnTo>
                      <a:pt x="96" y="41"/>
                    </a:lnTo>
                    <a:lnTo>
                      <a:pt x="89" y="12"/>
                    </a:lnTo>
                    <a:lnTo>
                      <a:pt x="87" y="0"/>
                    </a:lnTo>
                    <a:lnTo>
                      <a:pt x="94" y="0"/>
                    </a:lnTo>
                    <a:lnTo>
                      <a:pt x="94" y="0"/>
                    </a:lnTo>
                    <a:lnTo>
                      <a:pt x="1" y="7"/>
                    </a:lnTo>
                    <a:lnTo>
                      <a:pt x="1" y="14"/>
                    </a:lnTo>
                    <a:lnTo>
                      <a:pt x="0" y="106"/>
                    </a:lnTo>
                    <a:lnTo>
                      <a:pt x="0" y="155"/>
                    </a:lnTo>
                    <a:lnTo>
                      <a:pt x="6" y="196"/>
                    </a:lnTo>
                    <a:lnTo>
                      <a:pt x="8" y="196"/>
                    </a:lnTo>
                    <a:lnTo>
                      <a:pt x="11" y="197"/>
                    </a:lnTo>
                    <a:lnTo>
                      <a:pt x="15" y="198"/>
                    </a:lnTo>
                    <a:lnTo>
                      <a:pt x="16" y="195"/>
                    </a:lnTo>
                    <a:lnTo>
                      <a:pt x="15" y="191"/>
                    </a:lnTo>
                    <a:lnTo>
                      <a:pt x="16" y="187"/>
                    </a:lnTo>
                    <a:lnTo>
                      <a:pt x="18" y="185"/>
                    </a:lnTo>
                    <a:lnTo>
                      <a:pt x="21" y="184"/>
                    </a:lnTo>
                    <a:lnTo>
                      <a:pt x="22" y="186"/>
                    </a:lnTo>
                    <a:lnTo>
                      <a:pt x="22" y="189"/>
                    </a:lnTo>
                    <a:lnTo>
                      <a:pt x="21" y="191"/>
                    </a:lnTo>
                    <a:lnTo>
                      <a:pt x="22" y="193"/>
                    </a:lnTo>
                    <a:lnTo>
                      <a:pt x="23" y="194"/>
                    </a:lnTo>
                    <a:lnTo>
                      <a:pt x="25" y="195"/>
                    </a:lnTo>
                    <a:lnTo>
                      <a:pt x="27" y="197"/>
                    </a:lnTo>
                    <a:lnTo>
                      <a:pt x="27" y="199"/>
                    </a:lnTo>
                    <a:lnTo>
                      <a:pt x="27" y="200"/>
                    </a:lnTo>
                    <a:lnTo>
                      <a:pt x="25" y="202"/>
                    </a:lnTo>
                    <a:lnTo>
                      <a:pt x="27" y="201"/>
                    </a:lnTo>
                    <a:lnTo>
                      <a:pt x="31" y="200"/>
                    </a:lnTo>
                    <a:lnTo>
                      <a:pt x="36" y="199"/>
                    </a:lnTo>
                    <a:lnTo>
                      <a:pt x="38" y="197"/>
                    </a:lnTo>
                    <a:lnTo>
                      <a:pt x="39" y="197"/>
                    </a:lnTo>
                    <a:lnTo>
                      <a:pt x="43" y="196"/>
                    </a:lnTo>
                    <a:lnTo>
                      <a:pt x="44" y="195"/>
                    </a:lnTo>
                    <a:lnTo>
                      <a:pt x="44" y="195"/>
                    </a:lnTo>
                    <a:lnTo>
                      <a:pt x="40" y="18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3" name="Freeform 42">
                <a:extLst>
                  <a:ext uri="{FF2B5EF4-FFF2-40B4-BE49-F238E27FC236}">
                    <a16:creationId xmlns:a16="http://schemas.microsoft.com/office/drawing/2014/main" id="{B913A2FA-7F7C-B567-A4E1-5AD348E93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88444" y="2507275"/>
                <a:ext cx="172096" cy="301244"/>
              </a:xfrm>
              <a:custGeom>
                <a:avLst/>
                <a:gdLst>
                  <a:gd name="T0" fmla="*/ 110 w 116"/>
                  <a:gd name="T1" fmla="*/ 99 h 203"/>
                  <a:gd name="T2" fmla="*/ 111 w 116"/>
                  <a:gd name="T3" fmla="*/ 0 h 203"/>
                  <a:gd name="T4" fmla="*/ 41 w 116"/>
                  <a:gd name="T5" fmla="*/ 5 h 203"/>
                  <a:gd name="T6" fmla="*/ 38 w 116"/>
                  <a:gd name="T7" fmla="*/ 10 h 203"/>
                  <a:gd name="T8" fmla="*/ 35 w 116"/>
                  <a:gd name="T9" fmla="*/ 15 h 203"/>
                  <a:gd name="T10" fmla="*/ 32 w 116"/>
                  <a:gd name="T11" fmla="*/ 17 h 203"/>
                  <a:gd name="T12" fmla="*/ 30 w 116"/>
                  <a:gd name="T13" fmla="*/ 26 h 203"/>
                  <a:gd name="T14" fmla="*/ 22 w 116"/>
                  <a:gd name="T15" fmla="*/ 37 h 203"/>
                  <a:gd name="T16" fmla="*/ 18 w 116"/>
                  <a:gd name="T17" fmla="*/ 44 h 203"/>
                  <a:gd name="T18" fmla="*/ 18 w 116"/>
                  <a:gd name="T19" fmla="*/ 48 h 203"/>
                  <a:gd name="T20" fmla="*/ 17 w 116"/>
                  <a:gd name="T21" fmla="*/ 54 h 203"/>
                  <a:gd name="T22" fmla="*/ 13 w 116"/>
                  <a:gd name="T23" fmla="*/ 58 h 203"/>
                  <a:gd name="T24" fmla="*/ 12 w 116"/>
                  <a:gd name="T25" fmla="*/ 62 h 203"/>
                  <a:gd name="T26" fmla="*/ 11 w 116"/>
                  <a:gd name="T27" fmla="*/ 66 h 203"/>
                  <a:gd name="T28" fmla="*/ 14 w 116"/>
                  <a:gd name="T29" fmla="*/ 70 h 203"/>
                  <a:gd name="T30" fmla="*/ 14 w 116"/>
                  <a:gd name="T31" fmla="*/ 78 h 203"/>
                  <a:gd name="T32" fmla="*/ 14 w 116"/>
                  <a:gd name="T33" fmla="*/ 84 h 203"/>
                  <a:gd name="T34" fmla="*/ 11 w 116"/>
                  <a:gd name="T35" fmla="*/ 89 h 203"/>
                  <a:gd name="T36" fmla="*/ 15 w 116"/>
                  <a:gd name="T37" fmla="*/ 94 h 203"/>
                  <a:gd name="T38" fmla="*/ 11 w 116"/>
                  <a:gd name="T39" fmla="*/ 98 h 203"/>
                  <a:gd name="T40" fmla="*/ 15 w 116"/>
                  <a:gd name="T41" fmla="*/ 102 h 203"/>
                  <a:gd name="T42" fmla="*/ 16 w 116"/>
                  <a:gd name="T43" fmla="*/ 108 h 203"/>
                  <a:gd name="T44" fmla="*/ 19 w 116"/>
                  <a:gd name="T45" fmla="*/ 112 h 203"/>
                  <a:gd name="T46" fmla="*/ 19 w 116"/>
                  <a:gd name="T47" fmla="*/ 123 h 203"/>
                  <a:gd name="T48" fmla="*/ 15 w 116"/>
                  <a:gd name="T49" fmla="*/ 126 h 203"/>
                  <a:gd name="T50" fmla="*/ 14 w 116"/>
                  <a:gd name="T51" fmla="*/ 132 h 203"/>
                  <a:gd name="T52" fmla="*/ 8 w 116"/>
                  <a:gd name="T53" fmla="*/ 140 h 203"/>
                  <a:gd name="T54" fmla="*/ 6 w 116"/>
                  <a:gd name="T55" fmla="*/ 149 h 203"/>
                  <a:gd name="T56" fmla="*/ 4 w 116"/>
                  <a:gd name="T57" fmla="*/ 153 h 203"/>
                  <a:gd name="T58" fmla="*/ 4 w 116"/>
                  <a:gd name="T59" fmla="*/ 160 h 203"/>
                  <a:gd name="T60" fmla="*/ 0 w 116"/>
                  <a:gd name="T61" fmla="*/ 164 h 203"/>
                  <a:gd name="T62" fmla="*/ 1 w 116"/>
                  <a:gd name="T63" fmla="*/ 171 h 203"/>
                  <a:gd name="T64" fmla="*/ 65 w 116"/>
                  <a:gd name="T65" fmla="*/ 184 h 203"/>
                  <a:gd name="T66" fmla="*/ 70 w 116"/>
                  <a:gd name="T67" fmla="*/ 192 h 203"/>
                  <a:gd name="T68" fmla="*/ 71 w 116"/>
                  <a:gd name="T69" fmla="*/ 203 h 203"/>
                  <a:gd name="T70" fmla="*/ 72 w 116"/>
                  <a:gd name="T71" fmla="*/ 203 h 203"/>
                  <a:gd name="T72" fmla="*/ 79 w 116"/>
                  <a:gd name="T73" fmla="*/ 199 h 203"/>
                  <a:gd name="T74" fmla="*/ 82 w 116"/>
                  <a:gd name="T75" fmla="*/ 193 h 203"/>
                  <a:gd name="T76" fmla="*/ 89 w 116"/>
                  <a:gd name="T77" fmla="*/ 193 h 203"/>
                  <a:gd name="T78" fmla="*/ 98 w 116"/>
                  <a:gd name="T79" fmla="*/ 190 h 203"/>
                  <a:gd name="T80" fmla="*/ 104 w 116"/>
                  <a:gd name="T81" fmla="*/ 190 h 203"/>
                  <a:gd name="T82" fmla="*/ 109 w 116"/>
                  <a:gd name="T83" fmla="*/ 190 h 203"/>
                  <a:gd name="T84" fmla="*/ 115 w 116"/>
                  <a:gd name="T85" fmla="*/ 190 h 203"/>
                  <a:gd name="T86" fmla="*/ 116 w 116"/>
                  <a:gd name="T87" fmla="*/ 189 h 203"/>
                  <a:gd name="T88" fmla="*/ 110 w 116"/>
                  <a:gd name="T89" fmla="*/ 14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6" h="203">
                    <a:moveTo>
                      <a:pt x="110" y="148"/>
                    </a:moveTo>
                    <a:lnTo>
                      <a:pt x="110" y="99"/>
                    </a:lnTo>
                    <a:lnTo>
                      <a:pt x="111" y="7"/>
                    </a:lnTo>
                    <a:lnTo>
                      <a:pt x="111" y="0"/>
                    </a:lnTo>
                    <a:lnTo>
                      <a:pt x="41" y="5"/>
                    </a:lnTo>
                    <a:lnTo>
                      <a:pt x="41" y="5"/>
                    </a:lnTo>
                    <a:lnTo>
                      <a:pt x="42" y="8"/>
                    </a:lnTo>
                    <a:lnTo>
                      <a:pt x="38" y="10"/>
                    </a:lnTo>
                    <a:lnTo>
                      <a:pt x="36" y="12"/>
                    </a:lnTo>
                    <a:lnTo>
                      <a:pt x="35" y="15"/>
                    </a:lnTo>
                    <a:lnTo>
                      <a:pt x="33" y="17"/>
                    </a:lnTo>
                    <a:lnTo>
                      <a:pt x="32" y="17"/>
                    </a:lnTo>
                    <a:lnTo>
                      <a:pt x="30" y="22"/>
                    </a:lnTo>
                    <a:lnTo>
                      <a:pt x="30" y="26"/>
                    </a:lnTo>
                    <a:lnTo>
                      <a:pt x="27" y="31"/>
                    </a:lnTo>
                    <a:lnTo>
                      <a:pt x="22" y="37"/>
                    </a:lnTo>
                    <a:lnTo>
                      <a:pt x="19" y="40"/>
                    </a:lnTo>
                    <a:lnTo>
                      <a:pt x="18" y="44"/>
                    </a:lnTo>
                    <a:lnTo>
                      <a:pt x="20" y="45"/>
                    </a:lnTo>
                    <a:lnTo>
                      <a:pt x="18" y="48"/>
                    </a:lnTo>
                    <a:lnTo>
                      <a:pt x="16" y="52"/>
                    </a:lnTo>
                    <a:lnTo>
                      <a:pt x="17" y="54"/>
                    </a:lnTo>
                    <a:lnTo>
                      <a:pt x="16" y="54"/>
                    </a:lnTo>
                    <a:lnTo>
                      <a:pt x="13" y="58"/>
                    </a:lnTo>
                    <a:lnTo>
                      <a:pt x="11" y="61"/>
                    </a:lnTo>
                    <a:lnTo>
                      <a:pt x="12" y="62"/>
                    </a:lnTo>
                    <a:lnTo>
                      <a:pt x="11" y="64"/>
                    </a:lnTo>
                    <a:lnTo>
                      <a:pt x="11" y="66"/>
                    </a:lnTo>
                    <a:lnTo>
                      <a:pt x="12" y="67"/>
                    </a:lnTo>
                    <a:lnTo>
                      <a:pt x="14" y="70"/>
                    </a:lnTo>
                    <a:lnTo>
                      <a:pt x="14" y="72"/>
                    </a:lnTo>
                    <a:lnTo>
                      <a:pt x="14" y="78"/>
                    </a:lnTo>
                    <a:lnTo>
                      <a:pt x="15" y="81"/>
                    </a:lnTo>
                    <a:lnTo>
                      <a:pt x="14" y="84"/>
                    </a:lnTo>
                    <a:lnTo>
                      <a:pt x="12" y="89"/>
                    </a:lnTo>
                    <a:lnTo>
                      <a:pt x="11" y="89"/>
                    </a:lnTo>
                    <a:lnTo>
                      <a:pt x="14" y="91"/>
                    </a:lnTo>
                    <a:lnTo>
                      <a:pt x="15" y="94"/>
                    </a:lnTo>
                    <a:lnTo>
                      <a:pt x="15" y="96"/>
                    </a:lnTo>
                    <a:lnTo>
                      <a:pt x="11" y="98"/>
                    </a:lnTo>
                    <a:lnTo>
                      <a:pt x="14" y="100"/>
                    </a:lnTo>
                    <a:lnTo>
                      <a:pt x="15" y="102"/>
                    </a:lnTo>
                    <a:lnTo>
                      <a:pt x="15" y="103"/>
                    </a:lnTo>
                    <a:lnTo>
                      <a:pt x="16" y="108"/>
                    </a:lnTo>
                    <a:lnTo>
                      <a:pt x="16" y="110"/>
                    </a:lnTo>
                    <a:lnTo>
                      <a:pt x="19" y="112"/>
                    </a:lnTo>
                    <a:lnTo>
                      <a:pt x="20" y="115"/>
                    </a:lnTo>
                    <a:lnTo>
                      <a:pt x="19" y="123"/>
                    </a:lnTo>
                    <a:lnTo>
                      <a:pt x="16" y="126"/>
                    </a:lnTo>
                    <a:lnTo>
                      <a:pt x="15" y="126"/>
                    </a:lnTo>
                    <a:lnTo>
                      <a:pt x="15" y="130"/>
                    </a:lnTo>
                    <a:lnTo>
                      <a:pt x="14" y="132"/>
                    </a:lnTo>
                    <a:lnTo>
                      <a:pt x="10" y="138"/>
                    </a:lnTo>
                    <a:lnTo>
                      <a:pt x="8" y="140"/>
                    </a:lnTo>
                    <a:lnTo>
                      <a:pt x="7" y="147"/>
                    </a:lnTo>
                    <a:lnTo>
                      <a:pt x="6" y="149"/>
                    </a:lnTo>
                    <a:lnTo>
                      <a:pt x="5" y="150"/>
                    </a:lnTo>
                    <a:lnTo>
                      <a:pt x="4" y="153"/>
                    </a:lnTo>
                    <a:lnTo>
                      <a:pt x="4" y="155"/>
                    </a:lnTo>
                    <a:lnTo>
                      <a:pt x="4" y="160"/>
                    </a:lnTo>
                    <a:lnTo>
                      <a:pt x="1" y="162"/>
                    </a:lnTo>
                    <a:lnTo>
                      <a:pt x="0" y="164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66" y="168"/>
                    </a:lnTo>
                    <a:lnTo>
                      <a:pt x="65" y="184"/>
                    </a:lnTo>
                    <a:lnTo>
                      <a:pt x="67" y="188"/>
                    </a:lnTo>
                    <a:lnTo>
                      <a:pt x="70" y="192"/>
                    </a:lnTo>
                    <a:lnTo>
                      <a:pt x="71" y="199"/>
                    </a:lnTo>
                    <a:lnTo>
                      <a:pt x="71" y="203"/>
                    </a:lnTo>
                    <a:lnTo>
                      <a:pt x="71" y="203"/>
                    </a:lnTo>
                    <a:lnTo>
                      <a:pt x="72" y="203"/>
                    </a:lnTo>
                    <a:lnTo>
                      <a:pt x="77" y="200"/>
                    </a:lnTo>
                    <a:lnTo>
                      <a:pt x="79" y="199"/>
                    </a:lnTo>
                    <a:lnTo>
                      <a:pt x="82" y="197"/>
                    </a:lnTo>
                    <a:lnTo>
                      <a:pt x="82" y="193"/>
                    </a:lnTo>
                    <a:lnTo>
                      <a:pt x="86" y="193"/>
                    </a:lnTo>
                    <a:lnTo>
                      <a:pt x="89" y="193"/>
                    </a:lnTo>
                    <a:lnTo>
                      <a:pt x="93" y="192"/>
                    </a:lnTo>
                    <a:lnTo>
                      <a:pt x="98" y="190"/>
                    </a:lnTo>
                    <a:lnTo>
                      <a:pt x="102" y="190"/>
                    </a:lnTo>
                    <a:lnTo>
                      <a:pt x="104" y="190"/>
                    </a:lnTo>
                    <a:lnTo>
                      <a:pt x="107" y="190"/>
                    </a:lnTo>
                    <a:lnTo>
                      <a:pt x="109" y="190"/>
                    </a:lnTo>
                    <a:lnTo>
                      <a:pt x="113" y="192"/>
                    </a:lnTo>
                    <a:lnTo>
                      <a:pt x="115" y="190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0" y="14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4" name="Freeform 43">
                <a:extLst>
                  <a:ext uri="{FF2B5EF4-FFF2-40B4-BE49-F238E27FC236}">
                    <a16:creationId xmlns:a16="http://schemas.microsoft.com/office/drawing/2014/main" id="{E3F9481F-7115-FDEB-3198-D628289AD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31435" y="2143705"/>
                <a:ext cx="213635" cy="155816"/>
              </a:xfrm>
              <a:custGeom>
                <a:avLst/>
                <a:gdLst>
                  <a:gd name="T0" fmla="*/ 0 w 170"/>
                  <a:gd name="T1" fmla="*/ 24 h 123"/>
                  <a:gd name="T2" fmla="*/ 3 w 170"/>
                  <a:gd name="T3" fmla="*/ 44 h 123"/>
                  <a:gd name="T4" fmla="*/ 16 w 170"/>
                  <a:gd name="T5" fmla="*/ 33 h 123"/>
                  <a:gd name="T6" fmla="*/ 28 w 170"/>
                  <a:gd name="T7" fmla="*/ 25 h 123"/>
                  <a:gd name="T8" fmla="*/ 31 w 170"/>
                  <a:gd name="T9" fmla="*/ 27 h 123"/>
                  <a:gd name="T10" fmla="*/ 41 w 170"/>
                  <a:gd name="T11" fmla="*/ 22 h 123"/>
                  <a:gd name="T12" fmla="*/ 63 w 170"/>
                  <a:gd name="T13" fmla="*/ 22 h 123"/>
                  <a:gd name="T14" fmla="*/ 70 w 170"/>
                  <a:gd name="T15" fmla="*/ 36 h 123"/>
                  <a:gd name="T16" fmla="*/ 83 w 170"/>
                  <a:gd name="T17" fmla="*/ 43 h 123"/>
                  <a:gd name="T18" fmla="*/ 93 w 170"/>
                  <a:gd name="T19" fmla="*/ 51 h 123"/>
                  <a:gd name="T20" fmla="*/ 92 w 170"/>
                  <a:gd name="T21" fmla="*/ 60 h 123"/>
                  <a:gd name="T22" fmla="*/ 89 w 170"/>
                  <a:gd name="T23" fmla="*/ 74 h 123"/>
                  <a:gd name="T24" fmla="*/ 94 w 170"/>
                  <a:gd name="T25" fmla="*/ 75 h 123"/>
                  <a:gd name="T26" fmla="*/ 101 w 170"/>
                  <a:gd name="T27" fmla="*/ 75 h 123"/>
                  <a:gd name="T28" fmla="*/ 106 w 170"/>
                  <a:gd name="T29" fmla="*/ 75 h 123"/>
                  <a:gd name="T30" fmla="*/ 122 w 170"/>
                  <a:gd name="T31" fmla="*/ 78 h 123"/>
                  <a:gd name="T32" fmla="*/ 129 w 170"/>
                  <a:gd name="T33" fmla="*/ 79 h 123"/>
                  <a:gd name="T34" fmla="*/ 124 w 170"/>
                  <a:gd name="T35" fmla="*/ 72 h 123"/>
                  <a:gd name="T36" fmla="*/ 124 w 170"/>
                  <a:gd name="T37" fmla="*/ 68 h 123"/>
                  <a:gd name="T38" fmla="*/ 116 w 170"/>
                  <a:gd name="T39" fmla="*/ 57 h 123"/>
                  <a:gd name="T40" fmla="*/ 115 w 170"/>
                  <a:gd name="T41" fmla="*/ 43 h 123"/>
                  <a:gd name="T42" fmla="*/ 113 w 170"/>
                  <a:gd name="T43" fmla="*/ 31 h 123"/>
                  <a:gd name="T44" fmla="*/ 115 w 170"/>
                  <a:gd name="T45" fmla="*/ 28 h 123"/>
                  <a:gd name="T46" fmla="*/ 124 w 170"/>
                  <a:gd name="T47" fmla="*/ 18 h 123"/>
                  <a:gd name="T48" fmla="*/ 129 w 170"/>
                  <a:gd name="T49" fmla="*/ 13 h 123"/>
                  <a:gd name="T50" fmla="*/ 125 w 170"/>
                  <a:gd name="T51" fmla="*/ 21 h 123"/>
                  <a:gd name="T52" fmla="*/ 123 w 170"/>
                  <a:gd name="T53" fmla="*/ 31 h 123"/>
                  <a:gd name="T54" fmla="*/ 122 w 170"/>
                  <a:gd name="T55" fmla="*/ 36 h 123"/>
                  <a:gd name="T56" fmla="*/ 126 w 170"/>
                  <a:gd name="T57" fmla="*/ 41 h 123"/>
                  <a:gd name="T58" fmla="*/ 131 w 170"/>
                  <a:gd name="T59" fmla="*/ 46 h 123"/>
                  <a:gd name="T60" fmla="*/ 134 w 170"/>
                  <a:gd name="T61" fmla="*/ 51 h 123"/>
                  <a:gd name="T62" fmla="*/ 130 w 170"/>
                  <a:gd name="T63" fmla="*/ 57 h 123"/>
                  <a:gd name="T64" fmla="*/ 128 w 170"/>
                  <a:gd name="T65" fmla="*/ 61 h 123"/>
                  <a:gd name="T66" fmla="*/ 129 w 170"/>
                  <a:gd name="T67" fmla="*/ 65 h 123"/>
                  <a:gd name="T68" fmla="*/ 139 w 170"/>
                  <a:gd name="T69" fmla="*/ 66 h 123"/>
                  <a:gd name="T70" fmla="*/ 146 w 170"/>
                  <a:gd name="T71" fmla="*/ 75 h 123"/>
                  <a:gd name="T72" fmla="*/ 147 w 170"/>
                  <a:gd name="T73" fmla="*/ 81 h 123"/>
                  <a:gd name="T74" fmla="*/ 152 w 170"/>
                  <a:gd name="T75" fmla="*/ 89 h 123"/>
                  <a:gd name="T76" fmla="*/ 148 w 170"/>
                  <a:gd name="T77" fmla="*/ 104 h 123"/>
                  <a:gd name="T78" fmla="*/ 149 w 170"/>
                  <a:gd name="T79" fmla="*/ 120 h 123"/>
                  <a:gd name="T80" fmla="*/ 153 w 170"/>
                  <a:gd name="T81" fmla="*/ 116 h 123"/>
                  <a:gd name="T82" fmla="*/ 157 w 170"/>
                  <a:gd name="T83" fmla="*/ 102 h 123"/>
                  <a:gd name="T84" fmla="*/ 157 w 170"/>
                  <a:gd name="T85" fmla="*/ 97 h 123"/>
                  <a:gd name="T86" fmla="*/ 163 w 170"/>
                  <a:gd name="T87" fmla="*/ 91 h 123"/>
                  <a:gd name="T88" fmla="*/ 163 w 170"/>
                  <a:gd name="T89" fmla="*/ 79 h 123"/>
                  <a:gd name="T90" fmla="*/ 167 w 170"/>
                  <a:gd name="T91" fmla="*/ 71 h 123"/>
                  <a:gd name="T92" fmla="*/ 167 w 170"/>
                  <a:gd name="T93" fmla="*/ 77 h 123"/>
                  <a:gd name="T94" fmla="*/ 168 w 170"/>
                  <a:gd name="T95" fmla="*/ 82 h 123"/>
                  <a:gd name="T96" fmla="*/ 170 w 170"/>
                  <a:gd name="T97" fmla="*/ 68 h 123"/>
                  <a:gd name="T98" fmla="*/ 169 w 170"/>
                  <a:gd name="T99" fmla="*/ 54 h 123"/>
                  <a:gd name="T100" fmla="*/ 134 w 170"/>
                  <a:gd name="T101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0" h="123">
                    <a:moveTo>
                      <a:pt x="134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41" y="22"/>
                      <a:pt x="41" y="22"/>
                      <a:pt x="41" y="22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7" y="28"/>
                      <a:pt x="67" y="28"/>
                      <a:pt x="67" y="28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71" y="36"/>
                      <a:pt x="71" y="36"/>
                      <a:pt x="71" y="36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93" y="51"/>
                      <a:pt x="93" y="51"/>
                      <a:pt x="93" y="51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9" y="74"/>
                      <a:pt x="89" y="74"/>
                      <a:pt x="89" y="74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7" y="74"/>
                      <a:pt x="97" y="74"/>
                      <a:pt x="97" y="74"/>
                    </a:cubicBezTo>
                    <a:cubicBezTo>
                      <a:pt x="101" y="75"/>
                      <a:pt x="101" y="75"/>
                      <a:pt x="101" y="75"/>
                    </a:cubicBezTo>
                    <a:cubicBezTo>
                      <a:pt x="102" y="76"/>
                      <a:pt x="102" y="76"/>
                      <a:pt x="102" y="76"/>
                    </a:cubicBezTo>
                    <a:cubicBezTo>
                      <a:pt x="106" y="75"/>
                      <a:pt x="106" y="75"/>
                      <a:pt x="106" y="75"/>
                    </a:cubicBezTo>
                    <a:cubicBezTo>
                      <a:pt x="119" y="76"/>
                      <a:pt x="119" y="76"/>
                      <a:pt x="119" y="76"/>
                    </a:cubicBezTo>
                    <a:cubicBezTo>
                      <a:pt x="122" y="78"/>
                      <a:pt x="122" y="78"/>
                      <a:pt x="122" y="78"/>
                    </a:cubicBezTo>
                    <a:cubicBezTo>
                      <a:pt x="126" y="80"/>
                      <a:pt x="126" y="80"/>
                      <a:pt x="126" y="80"/>
                    </a:cubicBezTo>
                    <a:cubicBezTo>
                      <a:pt x="129" y="79"/>
                      <a:pt x="129" y="79"/>
                      <a:pt x="129" y="79"/>
                    </a:cubicBezTo>
                    <a:cubicBezTo>
                      <a:pt x="127" y="75"/>
                      <a:pt x="127" y="75"/>
                      <a:pt x="127" y="75"/>
                    </a:cubicBezTo>
                    <a:cubicBezTo>
                      <a:pt x="124" y="72"/>
                      <a:pt x="124" y="72"/>
                      <a:pt x="124" y="72"/>
                    </a:cubicBezTo>
                    <a:cubicBezTo>
                      <a:pt x="124" y="69"/>
                      <a:pt x="124" y="69"/>
                      <a:pt x="124" y="69"/>
                    </a:cubicBezTo>
                    <a:cubicBezTo>
                      <a:pt x="124" y="68"/>
                      <a:pt x="124" y="68"/>
                      <a:pt x="124" y="68"/>
                    </a:cubicBezTo>
                    <a:cubicBezTo>
                      <a:pt x="118" y="60"/>
                      <a:pt x="118" y="60"/>
                      <a:pt x="118" y="60"/>
                    </a:cubicBezTo>
                    <a:cubicBezTo>
                      <a:pt x="116" y="57"/>
                      <a:pt x="116" y="57"/>
                      <a:pt x="116" y="57"/>
                    </a:cubicBezTo>
                    <a:cubicBezTo>
                      <a:pt x="116" y="50"/>
                      <a:pt x="116" y="50"/>
                      <a:pt x="116" y="50"/>
                    </a:cubicBezTo>
                    <a:cubicBezTo>
                      <a:pt x="115" y="43"/>
                      <a:pt x="115" y="43"/>
                      <a:pt x="115" y="43"/>
                    </a:cubicBezTo>
                    <a:cubicBezTo>
                      <a:pt x="116" y="36"/>
                      <a:pt x="116" y="36"/>
                      <a:pt x="116" y="36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1" y="28"/>
                      <a:pt x="111" y="28"/>
                      <a:pt x="111" y="28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8" y="22"/>
                      <a:pt x="118" y="22"/>
                      <a:pt x="118" y="22"/>
                    </a:cubicBezTo>
                    <a:cubicBezTo>
                      <a:pt x="124" y="18"/>
                      <a:pt x="124" y="18"/>
                      <a:pt x="124" y="18"/>
                    </a:cubicBezTo>
                    <a:cubicBezTo>
                      <a:pt x="127" y="12"/>
                      <a:pt x="127" y="12"/>
                      <a:pt x="127" y="12"/>
                    </a:cubicBezTo>
                    <a:cubicBezTo>
                      <a:pt x="129" y="13"/>
                      <a:pt x="129" y="13"/>
                      <a:pt x="129" y="13"/>
                    </a:cubicBezTo>
                    <a:cubicBezTo>
                      <a:pt x="128" y="20"/>
                      <a:pt x="128" y="20"/>
                      <a:pt x="128" y="20"/>
                    </a:cubicBezTo>
                    <a:cubicBezTo>
                      <a:pt x="125" y="21"/>
                      <a:pt x="125" y="21"/>
                      <a:pt x="125" y="21"/>
                    </a:cubicBezTo>
                    <a:cubicBezTo>
                      <a:pt x="123" y="27"/>
                      <a:pt x="123" y="27"/>
                      <a:pt x="123" y="27"/>
                    </a:cubicBezTo>
                    <a:cubicBezTo>
                      <a:pt x="123" y="31"/>
                      <a:pt x="123" y="31"/>
                      <a:pt x="123" y="31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22" y="36"/>
                      <a:pt x="122" y="36"/>
                      <a:pt x="122" y="36"/>
                    </a:cubicBezTo>
                    <a:cubicBezTo>
                      <a:pt x="120" y="39"/>
                      <a:pt x="120" y="39"/>
                      <a:pt x="120" y="39"/>
                    </a:cubicBezTo>
                    <a:cubicBezTo>
                      <a:pt x="126" y="41"/>
                      <a:pt x="126" y="41"/>
                      <a:pt x="126" y="41"/>
                    </a:cubicBezTo>
                    <a:cubicBezTo>
                      <a:pt x="128" y="42"/>
                      <a:pt x="128" y="42"/>
                      <a:pt x="128" y="42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34" y="51"/>
                      <a:pt x="134" y="51"/>
                      <a:pt x="134" y="51"/>
                    </a:cubicBezTo>
                    <a:cubicBezTo>
                      <a:pt x="134" y="53"/>
                      <a:pt x="134" y="53"/>
                      <a:pt x="134" y="53"/>
                    </a:cubicBezTo>
                    <a:cubicBezTo>
                      <a:pt x="130" y="57"/>
                      <a:pt x="130" y="57"/>
                      <a:pt x="130" y="57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8" y="61"/>
                      <a:pt x="128" y="61"/>
                      <a:pt x="128" y="61"/>
                    </a:cubicBezTo>
                    <a:cubicBezTo>
                      <a:pt x="127" y="63"/>
                      <a:pt x="127" y="63"/>
                      <a:pt x="127" y="63"/>
                    </a:cubicBezTo>
                    <a:cubicBezTo>
                      <a:pt x="129" y="65"/>
                      <a:pt x="129" y="65"/>
                      <a:pt x="129" y="65"/>
                    </a:cubicBezTo>
                    <a:cubicBezTo>
                      <a:pt x="133" y="66"/>
                      <a:pt x="133" y="66"/>
                      <a:pt x="133" y="66"/>
                    </a:cubicBezTo>
                    <a:cubicBezTo>
                      <a:pt x="139" y="66"/>
                      <a:pt x="139" y="66"/>
                      <a:pt x="139" y="66"/>
                    </a:cubicBezTo>
                    <a:cubicBezTo>
                      <a:pt x="143" y="69"/>
                      <a:pt x="143" y="69"/>
                      <a:pt x="143" y="69"/>
                    </a:cubicBezTo>
                    <a:cubicBezTo>
                      <a:pt x="146" y="75"/>
                      <a:pt x="146" y="75"/>
                      <a:pt x="146" y="75"/>
                    </a:cubicBezTo>
                    <a:cubicBezTo>
                      <a:pt x="148" y="80"/>
                      <a:pt x="148" y="80"/>
                      <a:pt x="148" y="80"/>
                    </a:cubicBezTo>
                    <a:cubicBezTo>
                      <a:pt x="147" y="81"/>
                      <a:pt x="147" y="81"/>
                      <a:pt x="147" y="81"/>
                    </a:cubicBezTo>
                    <a:cubicBezTo>
                      <a:pt x="150" y="84"/>
                      <a:pt x="150" y="84"/>
                      <a:pt x="150" y="84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49" y="98"/>
                      <a:pt x="149" y="98"/>
                      <a:pt x="149" y="98"/>
                    </a:cubicBezTo>
                    <a:cubicBezTo>
                      <a:pt x="148" y="104"/>
                      <a:pt x="148" y="104"/>
                      <a:pt x="148" y="104"/>
                    </a:cubicBezTo>
                    <a:cubicBezTo>
                      <a:pt x="148" y="114"/>
                      <a:pt x="148" y="114"/>
                      <a:pt x="148" y="114"/>
                    </a:cubicBezTo>
                    <a:cubicBezTo>
                      <a:pt x="149" y="120"/>
                      <a:pt x="149" y="120"/>
                      <a:pt x="149" y="120"/>
                    </a:cubicBezTo>
                    <a:cubicBezTo>
                      <a:pt x="151" y="123"/>
                      <a:pt x="151" y="123"/>
                      <a:pt x="151" y="123"/>
                    </a:cubicBezTo>
                    <a:cubicBezTo>
                      <a:pt x="153" y="116"/>
                      <a:pt x="153" y="116"/>
                      <a:pt x="153" y="116"/>
                    </a:cubicBezTo>
                    <a:cubicBezTo>
                      <a:pt x="154" y="105"/>
                      <a:pt x="154" y="105"/>
                      <a:pt x="154" y="105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57" y="99"/>
                      <a:pt x="157" y="99"/>
                      <a:pt x="157" y="99"/>
                    </a:cubicBezTo>
                    <a:cubicBezTo>
                      <a:pt x="157" y="97"/>
                      <a:pt x="157" y="97"/>
                      <a:pt x="157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3" y="91"/>
                      <a:pt x="163" y="91"/>
                      <a:pt x="163" y="91"/>
                    </a:cubicBezTo>
                    <a:cubicBezTo>
                      <a:pt x="163" y="82"/>
                      <a:pt x="163" y="82"/>
                      <a:pt x="163" y="82"/>
                    </a:cubicBezTo>
                    <a:cubicBezTo>
                      <a:pt x="163" y="79"/>
                      <a:pt x="163" y="79"/>
                      <a:pt x="163" y="79"/>
                    </a:cubicBezTo>
                    <a:cubicBezTo>
                      <a:pt x="163" y="75"/>
                      <a:pt x="163" y="75"/>
                      <a:pt x="163" y="75"/>
                    </a:cubicBezTo>
                    <a:cubicBezTo>
                      <a:pt x="167" y="71"/>
                      <a:pt x="167" y="71"/>
                      <a:pt x="167" y="71"/>
                    </a:cubicBezTo>
                    <a:cubicBezTo>
                      <a:pt x="168" y="74"/>
                      <a:pt x="168" y="74"/>
                      <a:pt x="168" y="74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5" y="80"/>
                      <a:pt x="165" y="80"/>
                    </a:cubicBezTo>
                    <a:cubicBezTo>
                      <a:pt x="166" y="81"/>
                      <a:pt x="168" y="82"/>
                      <a:pt x="168" y="82"/>
                    </a:cubicBezTo>
                    <a:cubicBezTo>
                      <a:pt x="170" y="77"/>
                      <a:pt x="170" y="77"/>
                      <a:pt x="170" y="77"/>
                    </a:cubicBezTo>
                    <a:cubicBezTo>
                      <a:pt x="170" y="68"/>
                      <a:pt x="170" y="68"/>
                      <a:pt x="170" y="68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48" y="57"/>
                      <a:pt x="148" y="57"/>
                      <a:pt x="148" y="57"/>
                    </a:cubicBezTo>
                    <a:lnTo>
                      <a:pt x="1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5" name="Freeform 44">
                <a:extLst>
                  <a:ext uri="{FF2B5EF4-FFF2-40B4-BE49-F238E27FC236}">
                    <a16:creationId xmlns:a16="http://schemas.microsoft.com/office/drawing/2014/main" id="{58C00CBC-2532-5338-6F0F-51B5000E1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0879" y="2125898"/>
                <a:ext cx="219570" cy="216659"/>
              </a:xfrm>
              <a:custGeom>
                <a:avLst/>
                <a:gdLst>
                  <a:gd name="T0" fmla="*/ 24 w 148"/>
                  <a:gd name="T1" fmla="*/ 136 h 146"/>
                  <a:gd name="T2" fmla="*/ 31 w 148"/>
                  <a:gd name="T3" fmla="*/ 144 h 146"/>
                  <a:gd name="T4" fmla="*/ 38 w 148"/>
                  <a:gd name="T5" fmla="*/ 146 h 146"/>
                  <a:gd name="T6" fmla="*/ 48 w 148"/>
                  <a:gd name="T7" fmla="*/ 142 h 146"/>
                  <a:gd name="T8" fmla="*/ 64 w 148"/>
                  <a:gd name="T9" fmla="*/ 134 h 146"/>
                  <a:gd name="T10" fmla="*/ 79 w 148"/>
                  <a:gd name="T11" fmla="*/ 125 h 146"/>
                  <a:gd name="T12" fmla="*/ 79 w 148"/>
                  <a:gd name="T13" fmla="*/ 112 h 146"/>
                  <a:gd name="T14" fmla="*/ 87 w 148"/>
                  <a:gd name="T15" fmla="*/ 99 h 146"/>
                  <a:gd name="T16" fmla="*/ 91 w 148"/>
                  <a:gd name="T17" fmla="*/ 80 h 146"/>
                  <a:gd name="T18" fmla="*/ 100 w 148"/>
                  <a:gd name="T19" fmla="*/ 84 h 146"/>
                  <a:gd name="T20" fmla="*/ 103 w 148"/>
                  <a:gd name="T21" fmla="*/ 83 h 146"/>
                  <a:gd name="T22" fmla="*/ 108 w 148"/>
                  <a:gd name="T23" fmla="*/ 71 h 146"/>
                  <a:gd name="T24" fmla="*/ 110 w 148"/>
                  <a:gd name="T25" fmla="*/ 67 h 146"/>
                  <a:gd name="T26" fmla="*/ 114 w 148"/>
                  <a:gd name="T27" fmla="*/ 69 h 146"/>
                  <a:gd name="T28" fmla="*/ 122 w 148"/>
                  <a:gd name="T29" fmla="*/ 57 h 146"/>
                  <a:gd name="T30" fmla="*/ 126 w 148"/>
                  <a:gd name="T31" fmla="*/ 47 h 146"/>
                  <a:gd name="T32" fmla="*/ 135 w 148"/>
                  <a:gd name="T33" fmla="*/ 44 h 146"/>
                  <a:gd name="T34" fmla="*/ 143 w 148"/>
                  <a:gd name="T35" fmla="*/ 47 h 146"/>
                  <a:gd name="T36" fmla="*/ 148 w 148"/>
                  <a:gd name="T37" fmla="*/ 43 h 146"/>
                  <a:gd name="T38" fmla="*/ 145 w 148"/>
                  <a:gd name="T39" fmla="*/ 36 h 146"/>
                  <a:gd name="T40" fmla="*/ 130 w 148"/>
                  <a:gd name="T41" fmla="*/ 28 h 146"/>
                  <a:gd name="T42" fmla="*/ 120 w 148"/>
                  <a:gd name="T43" fmla="*/ 31 h 146"/>
                  <a:gd name="T44" fmla="*/ 113 w 148"/>
                  <a:gd name="T45" fmla="*/ 34 h 146"/>
                  <a:gd name="T46" fmla="*/ 107 w 148"/>
                  <a:gd name="T47" fmla="*/ 40 h 146"/>
                  <a:gd name="T48" fmla="*/ 94 w 148"/>
                  <a:gd name="T49" fmla="*/ 50 h 146"/>
                  <a:gd name="T50" fmla="*/ 88 w 148"/>
                  <a:gd name="T51" fmla="*/ 33 h 146"/>
                  <a:gd name="T52" fmla="*/ 51 w 148"/>
                  <a:gd name="T53" fmla="*/ 0 h 146"/>
                  <a:gd name="T54" fmla="*/ 47 w 148"/>
                  <a:gd name="T55" fmla="*/ 3 h 146"/>
                  <a:gd name="T56" fmla="*/ 48 w 148"/>
                  <a:gd name="T57" fmla="*/ 7 h 146"/>
                  <a:gd name="T58" fmla="*/ 48 w 148"/>
                  <a:gd name="T59" fmla="*/ 19 h 146"/>
                  <a:gd name="T60" fmla="*/ 47 w 148"/>
                  <a:gd name="T61" fmla="*/ 28 h 146"/>
                  <a:gd name="T62" fmla="*/ 46 w 148"/>
                  <a:gd name="T63" fmla="*/ 39 h 146"/>
                  <a:gd name="T64" fmla="*/ 36 w 148"/>
                  <a:gd name="T65" fmla="*/ 51 h 146"/>
                  <a:gd name="T66" fmla="*/ 28 w 148"/>
                  <a:gd name="T67" fmla="*/ 55 h 146"/>
                  <a:gd name="T68" fmla="*/ 21 w 148"/>
                  <a:gd name="T69" fmla="*/ 65 h 146"/>
                  <a:gd name="T70" fmla="*/ 19 w 148"/>
                  <a:gd name="T71" fmla="*/ 76 h 146"/>
                  <a:gd name="T72" fmla="*/ 12 w 148"/>
                  <a:gd name="T73" fmla="*/ 76 h 146"/>
                  <a:gd name="T74" fmla="*/ 9 w 148"/>
                  <a:gd name="T75" fmla="*/ 91 h 146"/>
                  <a:gd name="T76" fmla="*/ 3 w 148"/>
                  <a:gd name="T77" fmla="*/ 98 h 146"/>
                  <a:gd name="T78" fmla="*/ 3 w 148"/>
                  <a:gd name="T79" fmla="*/ 114 h 146"/>
                  <a:gd name="T80" fmla="*/ 10 w 148"/>
                  <a:gd name="T81" fmla="*/ 127 h 146"/>
                  <a:gd name="T82" fmla="*/ 19 w 148"/>
                  <a:gd name="T83" fmla="*/ 138 h 146"/>
                  <a:gd name="T84" fmla="*/ 21 w 148"/>
                  <a:gd name="T85" fmla="*/ 136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8" h="146">
                    <a:moveTo>
                      <a:pt x="21" y="136"/>
                    </a:moveTo>
                    <a:lnTo>
                      <a:pt x="24" y="136"/>
                    </a:lnTo>
                    <a:lnTo>
                      <a:pt x="25" y="139"/>
                    </a:lnTo>
                    <a:lnTo>
                      <a:pt x="31" y="144"/>
                    </a:lnTo>
                    <a:lnTo>
                      <a:pt x="36" y="146"/>
                    </a:lnTo>
                    <a:lnTo>
                      <a:pt x="38" y="146"/>
                    </a:lnTo>
                    <a:lnTo>
                      <a:pt x="44" y="139"/>
                    </a:lnTo>
                    <a:lnTo>
                      <a:pt x="48" y="142"/>
                    </a:lnTo>
                    <a:lnTo>
                      <a:pt x="57" y="140"/>
                    </a:lnTo>
                    <a:lnTo>
                      <a:pt x="64" y="134"/>
                    </a:lnTo>
                    <a:lnTo>
                      <a:pt x="75" y="128"/>
                    </a:lnTo>
                    <a:lnTo>
                      <a:pt x="79" y="125"/>
                    </a:lnTo>
                    <a:lnTo>
                      <a:pt x="78" y="117"/>
                    </a:lnTo>
                    <a:lnTo>
                      <a:pt x="79" y="112"/>
                    </a:lnTo>
                    <a:lnTo>
                      <a:pt x="84" y="107"/>
                    </a:lnTo>
                    <a:lnTo>
                      <a:pt x="87" y="99"/>
                    </a:lnTo>
                    <a:lnTo>
                      <a:pt x="90" y="87"/>
                    </a:lnTo>
                    <a:lnTo>
                      <a:pt x="91" y="80"/>
                    </a:lnTo>
                    <a:lnTo>
                      <a:pt x="95" y="82"/>
                    </a:lnTo>
                    <a:lnTo>
                      <a:pt x="100" y="84"/>
                    </a:lnTo>
                    <a:lnTo>
                      <a:pt x="102" y="85"/>
                    </a:lnTo>
                    <a:lnTo>
                      <a:pt x="103" y="83"/>
                    </a:lnTo>
                    <a:lnTo>
                      <a:pt x="106" y="75"/>
                    </a:lnTo>
                    <a:lnTo>
                      <a:pt x="108" y="71"/>
                    </a:lnTo>
                    <a:lnTo>
                      <a:pt x="109" y="67"/>
                    </a:lnTo>
                    <a:lnTo>
                      <a:pt x="110" y="67"/>
                    </a:lnTo>
                    <a:lnTo>
                      <a:pt x="113" y="67"/>
                    </a:lnTo>
                    <a:lnTo>
                      <a:pt x="114" y="69"/>
                    </a:lnTo>
                    <a:lnTo>
                      <a:pt x="119" y="60"/>
                    </a:lnTo>
                    <a:lnTo>
                      <a:pt x="122" y="57"/>
                    </a:lnTo>
                    <a:lnTo>
                      <a:pt x="124" y="54"/>
                    </a:lnTo>
                    <a:lnTo>
                      <a:pt x="126" y="47"/>
                    </a:lnTo>
                    <a:lnTo>
                      <a:pt x="126" y="39"/>
                    </a:lnTo>
                    <a:lnTo>
                      <a:pt x="135" y="44"/>
                    </a:lnTo>
                    <a:lnTo>
                      <a:pt x="141" y="47"/>
                    </a:lnTo>
                    <a:lnTo>
                      <a:pt x="143" y="47"/>
                    </a:lnTo>
                    <a:lnTo>
                      <a:pt x="146" y="44"/>
                    </a:lnTo>
                    <a:lnTo>
                      <a:pt x="148" y="43"/>
                    </a:lnTo>
                    <a:lnTo>
                      <a:pt x="147" y="43"/>
                    </a:lnTo>
                    <a:lnTo>
                      <a:pt x="145" y="36"/>
                    </a:lnTo>
                    <a:lnTo>
                      <a:pt x="141" y="31"/>
                    </a:lnTo>
                    <a:lnTo>
                      <a:pt x="130" y="28"/>
                    </a:lnTo>
                    <a:lnTo>
                      <a:pt x="123" y="31"/>
                    </a:lnTo>
                    <a:lnTo>
                      <a:pt x="120" y="31"/>
                    </a:lnTo>
                    <a:lnTo>
                      <a:pt x="114" y="35"/>
                    </a:lnTo>
                    <a:lnTo>
                      <a:pt x="113" y="34"/>
                    </a:lnTo>
                    <a:lnTo>
                      <a:pt x="112" y="34"/>
                    </a:lnTo>
                    <a:lnTo>
                      <a:pt x="107" y="40"/>
                    </a:lnTo>
                    <a:lnTo>
                      <a:pt x="102" y="40"/>
                    </a:lnTo>
                    <a:lnTo>
                      <a:pt x="94" y="50"/>
                    </a:lnTo>
                    <a:lnTo>
                      <a:pt x="91" y="50"/>
                    </a:lnTo>
                    <a:lnTo>
                      <a:pt x="88" y="33"/>
                    </a:lnTo>
                    <a:lnTo>
                      <a:pt x="57" y="39"/>
                    </a:lnTo>
                    <a:lnTo>
                      <a:pt x="51" y="0"/>
                    </a:lnTo>
                    <a:lnTo>
                      <a:pt x="48" y="0"/>
                    </a:lnTo>
                    <a:lnTo>
                      <a:pt x="47" y="3"/>
                    </a:lnTo>
                    <a:lnTo>
                      <a:pt x="48" y="6"/>
                    </a:lnTo>
                    <a:lnTo>
                      <a:pt x="48" y="7"/>
                    </a:lnTo>
                    <a:lnTo>
                      <a:pt x="48" y="15"/>
                    </a:lnTo>
                    <a:lnTo>
                      <a:pt x="48" y="19"/>
                    </a:lnTo>
                    <a:lnTo>
                      <a:pt x="47" y="22"/>
                    </a:lnTo>
                    <a:lnTo>
                      <a:pt x="47" y="28"/>
                    </a:lnTo>
                    <a:lnTo>
                      <a:pt x="46" y="36"/>
                    </a:lnTo>
                    <a:lnTo>
                      <a:pt x="46" y="39"/>
                    </a:lnTo>
                    <a:lnTo>
                      <a:pt x="44" y="44"/>
                    </a:lnTo>
                    <a:lnTo>
                      <a:pt x="36" y="51"/>
                    </a:lnTo>
                    <a:lnTo>
                      <a:pt x="33" y="55"/>
                    </a:lnTo>
                    <a:lnTo>
                      <a:pt x="28" y="55"/>
                    </a:lnTo>
                    <a:lnTo>
                      <a:pt x="24" y="61"/>
                    </a:lnTo>
                    <a:lnTo>
                      <a:pt x="21" y="65"/>
                    </a:lnTo>
                    <a:lnTo>
                      <a:pt x="20" y="75"/>
                    </a:lnTo>
                    <a:lnTo>
                      <a:pt x="19" y="76"/>
                    </a:lnTo>
                    <a:lnTo>
                      <a:pt x="15" y="73"/>
                    </a:lnTo>
                    <a:lnTo>
                      <a:pt x="12" y="76"/>
                    </a:lnTo>
                    <a:lnTo>
                      <a:pt x="9" y="87"/>
                    </a:lnTo>
                    <a:lnTo>
                      <a:pt x="9" y="91"/>
                    </a:lnTo>
                    <a:lnTo>
                      <a:pt x="7" y="94"/>
                    </a:lnTo>
                    <a:lnTo>
                      <a:pt x="3" y="98"/>
                    </a:lnTo>
                    <a:lnTo>
                      <a:pt x="0" y="101"/>
                    </a:lnTo>
                    <a:lnTo>
                      <a:pt x="3" y="114"/>
                    </a:lnTo>
                    <a:lnTo>
                      <a:pt x="5" y="120"/>
                    </a:lnTo>
                    <a:lnTo>
                      <a:pt x="10" y="127"/>
                    </a:lnTo>
                    <a:lnTo>
                      <a:pt x="15" y="132"/>
                    </a:lnTo>
                    <a:lnTo>
                      <a:pt x="19" y="138"/>
                    </a:lnTo>
                    <a:lnTo>
                      <a:pt x="20" y="138"/>
                    </a:lnTo>
                    <a:lnTo>
                      <a:pt x="21" y="13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6" name="Freeform 45">
                <a:extLst>
                  <a:ext uri="{FF2B5EF4-FFF2-40B4-BE49-F238E27FC236}">
                    <a16:creationId xmlns:a16="http://schemas.microsoft.com/office/drawing/2014/main" id="{0FB542A6-6B5E-661A-C70D-CB975764AC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8944" y="2241646"/>
                <a:ext cx="350124" cy="181043"/>
              </a:xfrm>
              <a:custGeom>
                <a:avLst/>
                <a:gdLst>
                  <a:gd name="T0" fmla="*/ 207 w 236"/>
                  <a:gd name="T1" fmla="*/ 91 h 122"/>
                  <a:gd name="T2" fmla="*/ 214 w 236"/>
                  <a:gd name="T3" fmla="*/ 88 h 122"/>
                  <a:gd name="T4" fmla="*/ 220 w 236"/>
                  <a:gd name="T5" fmla="*/ 74 h 122"/>
                  <a:gd name="T6" fmla="*/ 235 w 236"/>
                  <a:gd name="T7" fmla="*/ 64 h 122"/>
                  <a:gd name="T8" fmla="*/ 232 w 236"/>
                  <a:gd name="T9" fmla="*/ 54 h 122"/>
                  <a:gd name="T10" fmla="*/ 222 w 236"/>
                  <a:gd name="T11" fmla="*/ 42 h 122"/>
                  <a:gd name="T12" fmla="*/ 217 w 236"/>
                  <a:gd name="T13" fmla="*/ 23 h 122"/>
                  <a:gd name="T14" fmla="*/ 215 w 236"/>
                  <a:gd name="T15" fmla="*/ 22 h 122"/>
                  <a:gd name="T16" fmla="*/ 207 w 236"/>
                  <a:gd name="T17" fmla="*/ 13 h 122"/>
                  <a:gd name="T18" fmla="*/ 203 w 236"/>
                  <a:gd name="T19" fmla="*/ 11 h 122"/>
                  <a:gd name="T20" fmla="*/ 199 w 236"/>
                  <a:gd name="T21" fmla="*/ 15 h 122"/>
                  <a:gd name="T22" fmla="*/ 192 w 236"/>
                  <a:gd name="T23" fmla="*/ 17 h 122"/>
                  <a:gd name="T24" fmla="*/ 184 w 236"/>
                  <a:gd name="T25" fmla="*/ 13 h 122"/>
                  <a:gd name="T26" fmla="*/ 181 w 236"/>
                  <a:gd name="T27" fmla="*/ 16 h 122"/>
                  <a:gd name="T28" fmla="*/ 178 w 236"/>
                  <a:gd name="T29" fmla="*/ 18 h 122"/>
                  <a:gd name="T30" fmla="*/ 174 w 236"/>
                  <a:gd name="T31" fmla="*/ 15 h 122"/>
                  <a:gd name="T32" fmla="*/ 166 w 236"/>
                  <a:gd name="T33" fmla="*/ 13 h 122"/>
                  <a:gd name="T34" fmla="*/ 163 w 236"/>
                  <a:gd name="T35" fmla="*/ 7 h 122"/>
                  <a:gd name="T36" fmla="*/ 154 w 236"/>
                  <a:gd name="T37" fmla="*/ 0 h 122"/>
                  <a:gd name="T38" fmla="*/ 148 w 236"/>
                  <a:gd name="T39" fmla="*/ 3 h 122"/>
                  <a:gd name="T40" fmla="*/ 141 w 236"/>
                  <a:gd name="T41" fmla="*/ 2 h 122"/>
                  <a:gd name="T42" fmla="*/ 144 w 236"/>
                  <a:gd name="T43" fmla="*/ 7 h 122"/>
                  <a:gd name="T44" fmla="*/ 144 w 236"/>
                  <a:gd name="T45" fmla="*/ 15 h 122"/>
                  <a:gd name="T46" fmla="*/ 138 w 236"/>
                  <a:gd name="T47" fmla="*/ 17 h 122"/>
                  <a:gd name="T48" fmla="*/ 126 w 236"/>
                  <a:gd name="T49" fmla="*/ 20 h 122"/>
                  <a:gd name="T50" fmla="*/ 125 w 236"/>
                  <a:gd name="T51" fmla="*/ 23 h 122"/>
                  <a:gd name="T52" fmla="*/ 124 w 236"/>
                  <a:gd name="T53" fmla="*/ 29 h 122"/>
                  <a:gd name="T54" fmla="*/ 120 w 236"/>
                  <a:gd name="T55" fmla="*/ 37 h 122"/>
                  <a:gd name="T56" fmla="*/ 115 w 236"/>
                  <a:gd name="T57" fmla="*/ 39 h 122"/>
                  <a:gd name="T58" fmla="*/ 112 w 236"/>
                  <a:gd name="T59" fmla="*/ 47 h 122"/>
                  <a:gd name="T60" fmla="*/ 104 w 236"/>
                  <a:gd name="T61" fmla="*/ 52 h 122"/>
                  <a:gd name="T62" fmla="*/ 100 w 236"/>
                  <a:gd name="T63" fmla="*/ 48 h 122"/>
                  <a:gd name="T64" fmla="*/ 97 w 236"/>
                  <a:gd name="T65" fmla="*/ 44 h 122"/>
                  <a:gd name="T66" fmla="*/ 93 w 236"/>
                  <a:gd name="T67" fmla="*/ 51 h 122"/>
                  <a:gd name="T68" fmla="*/ 92 w 236"/>
                  <a:gd name="T69" fmla="*/ 58 h 122"/>
                  <a:gd name="T70" fmla="*/ 86 w 236"/>
                  <a:gd name="T71" fmla="*/ 55 h 122"/>
                  <a:gd name="T72" fmla="*/ 80 w 236"/>
                  <a:gd name="T73" fmla="*/ 56 h 122"/>
                  <a:gd name="T74" fmla="*/ 76 w 236"/>
                  <a:gd name="T75" fmla="*/ 61 h 122"/>
                  <a:gd name="T76" fmla="*/ 71 w 236"/>
                  <a:gd name="T77" fmla="*/ 60 h 122"/>
                  <a:gd name="T78" fmla="*/ 63 w 236"/>
                  <a:gd name="T79" fmla="*/ 57 h 122"/>
                  <a:gd name="T80" fmla="*/ 57 w 236"/>
                  <a:gd name="T81" fmla="*/ 61 h 122"/>
                  <a:gd name="T82" fmla="*/ 49 w 236"/>
                  <a:gd name="T83" fmla="*/ 66 h 122"/>
                  <a:gd name="T84" fmla="*/ 43 w 236"/>
                  <a:gd name="T85" fmla="*/ 67 h 122"/>
                  <a:gd name="T86" fmla="*/ 43 w 236"/>
                  <a:gd name="T87" fmla="*/ 72 h 122"/>
                  <a:gd name="T88" fmla="*/ 44 w 236"/>
                  <a:gd name="T89" fmla="*/ 78 h 122"/>
                  <a:gd name="T90" fmla="*/ 36 w 236"/>
                  <a:gd name="T91" fmla="*/ 81 h 122"/>
                  <a:gd name="T92" fmla="*/ 33 w 236"/>
                  <a:gd name="T93" fmla="*/ 88 h 122"/>
                  <a:gd name="T94" fmla="*/ 33 w 236"/>
                  <a:gd name="T95" fmla="*/ 94 h 122"/>
                  <a:gd name="T96" fmla="*/ 27 w 236"/>
                  <a:gd name="T97" fmla="*/ 94 h 122"/>
                  <a:gd name="T98" fmla="*/ 19 w 236"/>
                  <a:gd name="T99" fmla="*/ 89 h 122"/>
                  <a:gd name="T100" fmla="*/ 14 w 236"/>
                  <a:gd name="T101" fmla="*/ 93 h 122"/>
                  <a:gd name="T102" fmla="*/ 10 w 236"/>
                  <a:gd name="T103" fmla="*/ 97 h 122"/>
                  <a:gd name="T104" fmla="*/ 14 w 236"/>
                  <a:gd name="T105" fmla="*/ 102 h 122"/>
                  <a:gd name="T106" fmla="*/ 14 w 236"/>
                  <a:gd name="T107" fmla="*/ 107 h 122"/>
                  <a:gd name="T108" fmla="*/ 12 w 236"/>
                  <a:gd name="T109" fmla="*/ 115 h 122"/>
                  <a:gd name="T110" fmla="*/ 7 w 236"/>
                  <a:gd name="T111" fmla="*/ 116 h 122"/>
                  <a:gd name="T112" fmla="*/ 5 w 236"/>
                  <a:gd name="T113" fmla="*/ 117 h 122"/>
                  <a:gd name="T114" fmla="*/ 0 w 236"/>
                  <a:gd name="T115" fmla="*/ 117 h 122"/>
                  <a:gd name="T116" fmla="*/ 0 w 236"/>
                  <a:gd name="T117" fmla="*/ 121 h 122"/>
                  <a:gd name="T118" fmla="*/ 2 w 236"/>
                  <a:gd name="T119" fmla="*/ 121 h 122"/>
                  <a:gd name="T120" fmla="*/ 50 w 236"/>
                  <a:gd name="T121" fmla="*/ 111 h 122"/>
                  <a:gd name="T122" fmla="*/ 192 w 236"/>
                  <a:gd name="T123" fmla="*/ 100 h 122"/>
                  <a:gd name="T124" fmla="*/ 202 w 236"/>
                  <a:gd name="T125" fmla="*/ 94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6" h="122">
                    <a:moveTo>
                      <a:pt x="202" y="94"/>
                    </a:moveTo>
                    <a:lnTo>
                      <a:pt x="207" y="91"/>
                    </a:lnTo>
                    <a:lnTo>
                      <a:pt x="210" y="89"/>
                    </a:lnTo>
                    <a:lnTo>
                      <a:pt x="214" y="88"/>
                    </a:lnTo>
                    <a:lnTo>
                      <a:pt x="217" y="79"/>
                    </a:lnTo>
                    <a:lnTo>
                      <a:pt x="220" y="74"/>
                    </a:lnTo>
                    <a:lnTo>
                      <a:pt x="231" y="70"/>
                    </a:lnTo>
                    <a:lnTo>
                      <a:pt x="235" y="64"/>
                    </a:lnTo>
                    <a:lnTo>
                      <a:pt x="236" y="60"/>
                    </a:lnTo>
                    <a:lnTo>
                      <a:pt x="232" y="54"/>
                    </a:lnTo>
                    <a:lnTo>
                      <a:pt x="227" y="49"/>
                    </a:lnTo>
                    <a:lnTo>
                      <a:pt x="222" y="42"/>
                    </a:lnTo>
                    <a:lnTo>
                      <a:pt x="220" y="36"/>
                    </a:lnTo>
                    <a:lnTo>
                      <a:pt x="217" y="23"/>
                    </a:lnTo>
                    <a:lnTo>
                      <a:pt x="218" y="22"/>
                    </a:lnTo>
                    <a:lnTo>
                      <a:pt x="215" y="22"/>
                    </a:lnTo>
                    <a:lnTo>
                      <a:pt x="211" y="18"/>
                    </a:lnTo>
                    <a:lnTo>
                      <a:pt x="207" y="13"/>
                    </a:lnTo>
                    <a:lnTo>
                      <a:pt x="204" y="10"/>
                    </a:lnTo>
                    <a:lnTo>
                      <a:pt x="203" y="11"/>
                    </a:lnTo>
                    <a:lnTo>
                      <a:pt x="201" y="12"/>
                    </a:lnTo>
                    <a:lnTo>
                      <a:pt x="199" y="15"/>
                    </a:lnTo>
                    <a:lnTo>
                      <a:pt x="198" y="16"/>
                    </a:lnTo>
                    <a:lnTo>
                      <a:pt x="192" y="17"/>
                    </a:lnTo>
                    <a:lnTo>
                      <a:pt x="187" y="15"/>
                    </a:lnTo>
                    <a:lnTo>
                      <a:pt x="184" y="13"/>
                    </a:lnTo>
                    <a:lnTo>
                      <a:pt x="183" y="14"/>
                    </a:lnTo>
                    <a:lnTo>
                      <a:pt x="181" y="16"/>
                    </a:lnTo>
                    <a:lnTo>
                      <a:pt x="181" y="17"/>
                    </a:lnTo>
                    <a:lnTo>
                      <a:pt x="178" y="18"/>
                    </a:lnTo>
                    <a:lnTo>
                      <a:pt x="176" y="16"/>
                    </a:lnTo>
                    <a:lnTo>
                      <a:pt x="174" y="15"/>
                    </a:lnTo>
                    <a:lnTo>
                      <a:pt x="171" y="14"/>
                    </a:lnTo>
                    <a:lnTo>
                      <a:pt x="166" y="13"/>
                    </a:lnTo>
                    <a:lnTo>
                      <a:pt x="165" y="11"/>
                    </a:lnTo>
                    <a:lnTo>
                      <a:pt x="163" y="7"/>
                    </a:lnTo>
                    <a:lnTo>
                      <a:pt x="159" y="4"/>
                    </a:lnTo>
                    <a:lnTo>
                      <a:pt x="154" y="0"/>
                    </a:lnTo>
                    <a:lnTo>
                      <a:pt x="153" y="1"/>
                    </a:lnTo>
                    <a:lnTo>
                      <a:pt x="148" y="3"/>
                    </a:lnTo>
                    <a:lnTo>
                      <a:pt x="143" y="1"/>
                    </a:lnTo>
                    <a:lnTo>
                      <a:pt x="141" y="2"/>
                    </a:lnTo>
                    <a:lnTo>
                      <a:pt x="142" y="6"/>
                    </a:lnTo>
                    <a:lnTo>
                      <a:pt x="144" y="7"/>
                    </a:lnTo>
                    <a:lnTo>
                      <a:pt x="143" y="9"/>
                    </a:lnTo>
                    <a:lnTo>
                      <a:pt x="144" y="15"/>
                    </a:lnTo>
                    <a:lnTo>
                      <a:pt x="142" y="17"/>
                    </a:lnTo>
                    <a:lnTo>
                      <a:pt x="138" y="17"/>
                    </a:lnTo>
                    <a:lnTo>
                      <a:pt x="134" y="19"/>
                    </a:lnTo>
                    <a:lnTo>
                      <a:pt x="126" y="20"/>
                    </a:lnTo>
                    <a:lnTo>
                      <a:pt x="125" y="21"/>
                    </a:lnTo>
                    <a:lnTo>
                      <a:pt x="125" y="23"/>
                    </a:lnTo>
                    <a:lnTo>
                      <a:pt x="124" y="25"/>
                    </a:lnTo>
                    <a:lnTo>
                      <a:pt x="124" y="29"/>
                    </a:lnTo>
                    <a:lnTo>
                      <a:pt x="122" y="33"/>
                    </a:lnTo>
                    <a:lnTo>
                      <a:pt x="120" y="37"/>
                    </a:lnTo>
                    <a:lnTo>
                      <a:pt x="118" y="39"/>
                    </a:lnTo>
                    <a:lnTo>
                      <a:pt x="115" y="39"/>
                    </a:lnTo>
                    <a:lnTo>
                      <a:pt x="112" y="44"/>
                    </a:lnTo>
                    <a:lnTo>
                      <a:pt x="112" y="47"/>
                    </a:lnTo>
                    <a:lnTo>
                      <a:pt x="110" y="51"/>
                    </a:lnTo>
                    <a:lnTo>
                      <a:pt x="104" y="52"/>
                    </a:lnTo>
                    <a:lnTo>
                      <a:pt x="103" y="51"/>
                    </a:lnTo>
                    <a:lnTo>
                      <a:pt x="100" y="48"/>
                    </a:lnTo>
                    <a:lnTo>
                      <a:pt x="99" y="44"/>
                    </a:lnTo>
                    <a:lnTo>
                      <a:pt x="97" y="44"/>
                    </a:lnTo>
                    <a:lnTo>
                      <a:pt x="96" y="48"/>
                    </a:lnTo>
                    <a:lnTo>
                      <a:pt x="93" y="51"/>
                    </a:lnTo>
                    <a:lnTo>
                      <a:pt x="93" y="55"/>
                    </a:lnTo>
                    <a:lnTo>
                      <a:pt x="92" y="58"/>
                    </a:lnTo>
                    <a:lnTo>
                      <a:pt x="88" y="57"/>
                    </a:lnTo>
                    <a:lnTo>
                      <a:pt x="86" y="55"/>
                    </a:lnTo>
                    <a:lnTo>
                      <a:pt x="82" y="55"/>
                    </a:lnTo>
                    <a:lnTo>
                      <a:pt x="80" y="56"/>
                    </a:lnTo>
                    <a:lnTo>
                      <a:pt x="76" y="57"/>
                    </a:lnTo>
                    <a:lnTo>
                      <a:pt x="76" y="61"/>
                    </a:lnTo>
                    <a:lnTo>
                      <a:pt x="75" y="62"/>
                    </a:lnTo>
                    <a:lnTo>
                      <a:pt x="71" y="60"/>
                    </a:lnTo>
                    <a:lnTo>
                      <a:pt x="68" y="57"/>
                    </a:lnTo>
                    <a:lnTo>
                      <a:pt x="63" y="57"/>
                    </a:lnTo>
                    <a:lnTo>
                      <a:pt x="60" y="57"/>
                    </a:lnTo>
                    <a:lnTo>
                      <a:pt x="57" y="61"/>
                    </a:lnTo>
                    <a:lnTo>
                      <a:pt x="49" y="61"/>
                    </a:lnTo>
                    <a:lnTo>
                      <a:pt x="49" y="66"/>
                    </a:lnTo>
                    <a:lnTo>
                      <a:pt x="46" y="66"/>
                    </a:lnTo>
                    <a:lnTo>
                      <a:pt x="43" y="67"/>
                    </a:lnTo>
                    <a:lnTo>
                      <a:pt x="43" y="71"/>
                    </a:lnTo>
                    <a:lnTo>
                      <a:pt x="43" y="72"/>
                    </a:lnTo>
                    <a:lnTo>
                      <a:pt x="43" y="75"/>
                    </a:lnTo>
                    <a:lnTo>
                      <a:pt x="44" y="78"/>
                    </a:lnTo>
                    <a:lnTo>
                      <a:pt x="42" y="79"/>
                    </a:lnTo>
                    <a:lnTo>
                      <a:pt x="36" y="81"/>
                    </a:lnTo>
                    <a:lnTo>
                      <a:pt x="33" y="83"/>
                    </a:lnTo>
                    <a:lnTo>
                      <a:pt x="33" y="88"/>
                    </a:lnTo>
                    <a:lnTo>
                      <a:pt x="35" y="93"/>
                    </a:lnTo>
                    <a:lnTo>
                      <a:pt x="33" y="94"/>
                    </a:lnTo>
                    <a:lnTo>
                      <a:pt x="30" y="94"/>
                    </a:lnTo>
                    <a:lnTo>
                      <a:pt x="27" y="94"/>
                    </a:lnTo>
                    <a:lnTo>
                      <a:pt x="23" y="91"/>
                    </a:lnTo>
                    <a:lnTo>
                      <a:pt x="19" y="89"/>
                    </a:lnTo>
                    <a:lnTo>
                      <a:pt x="17" y="90"/>
                    </a:lnTo>
                    <a:lnTo>
                      <a:pt x="14" y="93"/>
                    </a:lnTo>
                    <a:lnTo>
                      <a:pt x="11" y="94"/>
                    </a:lnTo>
                    <a:lnTo>
                      <a:pt x="10" y="97"/>
                    </a:lnTo>
                    <a:lnTo>
                      <a:pt x="10" y="100"/>
                    </a:lnTo>
                    <a:lnTo>
                      <a:pt x="14" y="102"/>
                    </a:lnTo>
                    <a:lnTo>
                      <a:pt x="14" y="104"/>
                    </a:lnTo>
                    <a:lnTo>
                      <a:pt x="14" y="107"/>
                    </a:lnTo>
                    <a:lnTo>
                      <a:pt x="14" y="112"/>
                    </a:lnTo>
                    <a:lnTo>
                      <a:pt x="12" y="115"/>
                    </a:lnTo>
                    <a:lnTo>
                      <a:pt x="10" y="116"/>
                    </a:lnTo>
                    <a:lnTo>
                      <a:pt x="7" y="116"/>
                    </a:lnTo>
                    <a:lnTo>
                      <a:pt x="5" y="117"/>
                    </a:lnTo>
                    <a:lnTo>
                      <a:pt x="5" y="117"/>
                    </a:lnTo>
                    <a:lnTo>
                      <a:pt x="4" y="117"/>
                    </a:lnTo>
                    <a:lnTo>
                      <a:pt x="0" y="117"/>
                    </a:lnTo>
                    <a:lnTo>
                      <a:pt x="0" y="118"/>
                    </a:lnTo>
                    <a:lnTo>
                      <a:pt x="0" y="121"/>
                    </a:lnTo>
                    <a:lnTo>
                      <a:pt x="0" y="122"/>
                    </a:lnTo>
                    <a:lnTo>
                      <a:pt x="2" y="121"/>
                    </a:lnTo>
                    <a:lnTo>
                      <a:pt x="52" y="120"/>
                    </a:lnTo>
                    <a:lnTo>
                      <a:pt x="50" y="111"/>
                    </a:lnTo>
                    <a:lnTo>
                      <a:pt x="143" y="105"/>
                    </a:lnTo>
                    <a:lnTo>
                      <a:pt x="192" y="100"/>
                    </a:lnTo>
                    <a:lnTo>
                      <a:pt x="198" y="97"/>
                    </a:lnTo>
                    <a:lnTo>
                      <a:pt x="202" y="9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7" name="Freeform 46">
                <a:extLst>
                  <a:ext uri="{FF2B5EF4-FFF2-40B4-BE49-F238E27FC236}">
                    <a16:creationId xmlns:a16="http://schemas.microsoft.com/office/drawing/2014/main" id="{8036DFD6-5B2D-3777-D809-06F73B24D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0744" y="2177836"/>
                <a:ext cx="318969" cy="277501"/>
              </a:xfrm>
              <a:custGeom>
                <a:avLst/>
                <a:gdLst>
                  <a:gd name="T0" fmla="*/ 238 w 254"/>
                  <a:gd name="T1" fmla="*/ 190 h 221"/>
                  <a:gd name="T2" fmla="*/ 242 w 254"/>
                  <a:gd name="T3" fmla="*/ 189 h 221"/>
                  <a:gd name="T4" fmla="*/ 244 w 254"/>
                  <a:gd name="T5" fmla="*/ 188 h 221"/>
                  <a:gd name="T6" fmla="*/ 249 w 254"/>
                  <a:gd name="T7" fmla="*/ 187 h 221"/>
                  <a:gd name="T8" fmla="*/ 254 w 254"/>
                  <a:gd name="T9" fmla="*/ 183 h 221"/>
                  <a:gd name="T10" fmla="*/ 254 w 254"/>
                  <a:gd name="T11" fmla="*/ 173 h 221"/>
                  <a:gd name="T12" fmla="*/ 250 w 254"/>
                  <a:gd name="T13" fmla="*/ 168 h 221"/>
                  <a:gd name="T14" fmla="*/ 251 w 254"/>
                  <a:gd name="T15" fmla="*/ 161 h 221"/>
                  <a:gd name="T16" fmla="*/ 243 w 254"/>
                  <a:gd name="T17" fmla="*/ 166 h 221"/>
                  <a:gd name="T18" fmla="*/ 238 w 254"/>
                  <a:gd name="T19" fmla="*/ 156 h 221"/>
                  <a:gd name="T20" fmla="*/ 240 w 254"/>
                  <a:gd name="T21" fmla="*/ 146 h 221"/>
                  <a:gd name="T22" fmla="*/ 232 w 254"/>
                  <a:gd name="T23" fmla="*/ 131 h 221"/>
                  <a:gd name="T24" fmla="*/ 216 w 254"/>
                  <a:gd name="T25" fmla="*/ 124 h 221"/>
                  <a:gd name="T26" fmla="*/ 202 w 254"/>
                  <a:gd name="T27" fmla="*/ 112 h 221"/>
                  <a:gd name="T28" fmla="*/ 204 w 254"/>
                  <a:gd name="T29" fmla="*/ 100 h 221"/>
                  <a:gd name="T30" fmla="*/ 206 w 254"/>
                  <a:gd name="T31" fmla="*/ 91 h 221"/>
                  <a:gd name="T32" fmla="*/ 206 w 254"/>
                  <a:gd name="T33" fmla="*/ 80 h 221"/>
                  <a:gd name="T34" fmla="*/ 196 w 254"/>
                  <a:gd name="T35" fmla="*/ 76 h 221"/>
                  <a:gd name="T36" fmla="*/ 191 w 254"/>
                  <a:gd name="T37" fmla="*/ 81 h 221"/>
                  <a:gd name="T38" fmla="*/ 186 w 254"/>
                  <a:gd name="T39" fmla="*/ 67 h 221"/>
                  <a:gd name="T40" fmla="*/ 163 w 254"/>
                  <a:gd name="T41" fmla="*/ 45 h 221"/>
                  <a:gd name="T42" fmla="*/ 156 w 254"/>
                  <a:gd name="T43" fmla="*/ 22 h 221"/>
                  <a:gd name="T44" fmla="*/ 158 w 254"/>
                  <a:gd name="T45" fmla="*/ 10 h 221"/>
                  <a:gd name="T46" fmla="*/ 0 w 254"/>
                  <a:gd name="T47" fmla="*/ 2 h 221"/>
                  <a:gd name="T48" fmla="*/ 4 w 254"/>
                  <a:gd name="T49" fmla="*/ 6 h 221"/>
                  <a:gd name="T50" fmla="*/ 3 w 254"/>
                  <a:gd name="T51" fmla="*/ 13 h 221"/>
                  <a:gd name="T52" fmla="*/ 5 w 254"/>
                  <a:gd name="T53" fmla="*/ 17 h 221"/>
                  <a:gd name="T54" fmla="*/ 12 w 254"/>
                  <a:gd name="T55" fmla="*/ 25 h 221"/>
                  <a:gd name="T56" fmla="*/ 14 w 254"/>
                  <a:gd name="T57" fmla="*/ 29 h 221"/>
                  <a:gd name="T58" fmla="*/ 20 w 254"/>
                  <a:gd name="T59" fmla="*/ 39 h 221"/>
                  <a:gd name="T60" fmla="*/ 31 w 254"/>
                  <a:gd name="T61" fmla="*/ 39 h 221"/>
                  <a:gd name="T62" fmla="*/ 28 w 254"/>
                  <a:gd name="T63" fmla="*/ 50 h 221"/>
                  <a:gd name="T64" fmla="*/ 31 w 254"/>
                  <a:gd name="T65" fmla="*/ 61 h 221"/>
                  <a:gd name="T66" fmla="*/ 36 w 254"/>
                  <a:gd name="T67" fmla="*/ 69 h 221"/>
                  <a:gd name="T68" fmla="*/ 42 w 254"/>
                  <a:gd name="T69" fmla="*/ 176 h 221"/>
                  <a:gd name="T70" fmla="*/ 215 w 254"/>
                  <a:gd name="T71" fmla="*/ 197 h 221"/>
                  <a:gd name="T72" fmla="*/ 205 w 254"/>
                  <a:gd name="T73" fmla="*/ 221 h 221"/>
                  <a:gd name="T74" fmla="*/ 234 w 254"/>
                  <a:gd name="T75" fmla="*/ 216 h 221"/>
                  <a:gd name="T76" fmla="*/ 237 w 254"/>
                  <a:gd name="T77" fmla="*/ 211 h 221"/>
                  <a:gd name="T78" fmla="*/ 234 w 254"/>
                  <a:gd name="T79" fmla="*/ 206 h 221"/>
                  <a:gd name="T80" fmla="*/ 237 w 254"/>
                  <a:gd name="T81" fmla="*/ 203 h 221"/>
                  <a:gd name="T82" fmla="*/ 238 w 254"/>
                  <a:gd name="T83" fmla="*/ 197 h 221"/>
                  <a:gd name="T84" fmla="*/ 238 w 254"/>
                  <a:gd name="T85" fmla="*/ 193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54" h="221">
                    <a:moveTo>
                      <a:pt x="238" y="193"/>
                    </a:moveTo>
                    <a:cubicBezTo>
                      <a:pt x="238" y="190"/>
                      <a:pt x="238" y="190"/>
                      <a:pt x="238" y="190"/>
                    </a:cubicBezTo>
                    <a:cubicBezTo>
                      <a:pt x="238" y="189"/>
                      <a:pt x="238" y="189"/>
                      <a:pt x="238" y="189"/>
                    </a:cubicBezTo>
                    <a:cubicBezTo>
                      <a:pt x="242" y="189"/>
                      <a:pt x="242" y="189"/>
                      <a:pt x="242" y="189"/>
                    </a:cubicBezTo>
                    <a:cubicBezTo>
                      <a:pt x="243" y="189"/>
                      <a:pt x="243" y="189"/>
                      <a:pt x="243" y="189"/>
                    </a:cubicBezTo>
                    <a:cubicBezTo>
                      <a:pt x="244" y="188"/>
                      <a:pt x="244" y="188"/>
                      <a:pt x="244" y="188"/>
                    </a:cubicBezTo>
                    <a:cubicBezTo>
                      <a:pt x="246" y="187"/>
                      <a:pt x="246" y="187"/>
                      <a:pt x="246" y="187"/>
                    </a:cubicBezTo>
                    <a:cubicBezTo>
                      <a:pt x="249" y="187"/>
                      <a:pt x="249" y="187"/>
                      <a:pt x="249" y="187"/>
                    </a:cubicBezTo>
                    <a:cubicBezTo>
                      <a:pt x="252" y="186"/>
                      <a:pt x="252" y="186"/>
                      <a:pt x="252" y="186"/>
                    </a:cubicBezTo>
                    <a:cubicBezTo>
                      <a:pt x="254" y="183"/>
                      <a:pt x="254" y="183"/>
                      <a:pt x="254" y="183"/>
                    </a:cubicBezTo>
                    <a:cubicBezTo>
                      <a:pt x="254" y="177"/>
                      <a:pt x="254" y="177"/>
                      <a:pt x="254" y="177"/>
                    </a:cubicBezTo>
                    <a:cubicBezTo>
                      <a:pt x="254" y="173"/>
                      <a:pt x="254" y="173"/>
                      <a:pt x="254" y="173"/>
                    </a:cubicBezTo>
                    <a:cubicBezTo>
                      <a:pt x="254" y="171"/>
                      <a:pt x="254" y="171"/>
                      <a:pt x="254" y="171"/>
                    </a:cubicBezTo>
                    <a:cubicBezTo>
                      <a:pt x="250" y="168"/>
                      <a:pt x="250" y="168"/>
                      <a:pt x="250" y="168"/>
                    </a:cubicBezTo>
                    <a:cubicBezTo>
                      <a:pt x="250" y="165"/>
                      <a:pt x="250" y="165"/>
                      <a:pt x="250" y="165"/>
                    </a:cubicBezTo>
                    <a:cubicBezTo>
                      <a:pt x="251" y="161"/>
                      <a:pt x="251" y="161"/>
                      <a:pt x="251" y="161"/>
                    </a:cubicBezTo>
                    <a:cubicBezTo>
                      <a:pt x="246" y="161"/>
                      <a:pt x="246" y="161"/>
                      <a:pt x="246" y="161"/>
                    </a:cubicBezTo>
                    <a:cubicBezTo>
                      <a:pt x="243" y="166"/>
                      <a:pt x="243" y="166"/>
                      <a:pt x="243" y="166"/>
                    </a:cubicBezTo>
                    <a:cubicBezTo>
                      <a:pt x="243" y="161"/>
                      <a:pt x="243" y="161"/>
                      <a:pt x="243" y="161"/>
                    </a:cubicBezTo>
                    <a:cubicBezTo>
                      <a:pt x="238" y="156"/>
                      <a:pt x="238" y="156"/>
                      <a:pt x="238" y="156"/>
                    </a:cubicBezTo>
                    <a:cubicBezTo>
                      <a:pt x="239" y="152"/>
                      <a:pt x="239" y="152"/>
                      <a:pt x="239" y="152"/>
                    </a:cubicBezTo>
                    <a:cubicBezTo>
                      <a:pt x="240" y="146"/>
                      <a:pt x="240" y="146"/>
                      <a:pt x="240" y="146"/>
                    </a:cubicBezTo>
                    <a:cubicBezTo>
                      <a:pt x="236" y="135"/>
                      <a:pt x="236" y="135"/>
                      <a:pt x="236" y="135"/>
                    </a:cubicBezTo>
                    <a:cubicBezTo>
                      <a:pt x="232" y="131"/>
                      <a:pt x="232" y="131"/>
                      <a:pt x="232" y="131"/>
                    </a:cubicBezTo>
                    <a:cubicBezTo>
                      <a:pt x="219" y="122"/>
                      <a:pt x="219" y="122"/>
                      <a:pt x="219" y="122"/>
                    </a:cubicBezTo>
                    <a:cubicBezTo>
                      <a:pt x="216" y="124"/>
                      <a:pt x="216" y="124"/>
                      <a:pt x="216" y="124"/>
                    </a:cubicBezTo>
                    <a:cubicBezTo>
                      <a:pt x="208" y="118"/>
                      <a:pt x="208" y="118"/>
                      <a:pt x="208" y="118"/>
                    </a:cubicBezTo>
                    <a:cubicBezTo>
                      <a:pt x="202" y="112"/>
                      <a:pt x="202" y="112"/>
                      <a:pt x="202" y="112"/>
                    </a:cubicBezTo>
                    <a:cubicBezTo>
                      <a:pt x="202" y="106"/>
                      <a:pt x="202" y="106"/>
                      <a:pt x="202" y="106"/>
                    </a:cubicBezTo>
                    <a:cubicBezTo>
                      <a:pt x="204" y="100"/>
                      <a:pt x="204" y="100"/>
                      <a:pt x="204" y="100"/>
                    </a:cubicBezTo>
                    <a:cubicBezTo>
                      <a:pt x="205" y="96"/>
                      <a:pt x="205" y="96"/>
                      <a:pt x="205" y="96"/>
                    </a:cubicBezTo>
                    <a:cubicBezTo>
                      <a:pt x="206" y="91"/>
                      <a:pt x="206" y="91"/>
                      <a:pt x="206" y="91"/>
                    </a:cubicBezTo>
                    <a:cubicBezTo>
                      <a:pt x="209" y="84"/>
                      <a:pt x="209" y="84"/>
                      <a:pt x="209" y="84"/>
                    </a:cubicBezTo>
                    <a:cubicBezTo>
                      <a:pt x="206" y="80"/>
                      <a:pt x="206" y="80"/>
                      <a:pt x="206" y="80"/>
                    </a:cubicBezTo>
                    <a:cubicBezTo>
                      <a:pt x="202" y="76"/>
                      <a:pt x="202" y="76"/>
                      <a:pt x="202" y="76"/>
                    </a:cubicBezTo>
                    <a:cubicBezTo>
                      <a:pt x="196" y="76"/>
                      <a:pt x="196" y="76"/>
                      <a:pt x="196" y="76"/>
                    </a:cubicBezTo>
                    <a:cubicBezTo>
                      <a:pt x="193" y="78"/>
                      <a:pt x="193" y="78"/>
                      <a:pt x="193" y="78"/>
                    </a:cubicBezTo>
                    <a:cubicBezTo>
                      <a:pt x="191" y="81"/>
                      <a:pt x="191" y="81"/>
                      <a:pt x="191" y="81"/>
                    </a:cubicBezTo>
                    <a:cubicBezTo>
                      <a:pt x="186" y="76"/>
                      <a:pt x="186" y="76"/>
                      <a:pt x="186" y="76"/>
                    </a:cubicBezTo>
                    <a:cubicBezTo>
                      <a:pt x="186" y="67"/>
                      <a:pt x="186" y="67"/>
                      <a:pt x="186" y="67"/>
                    </a:cubicBezTo>
                    <a:cubicBezTo>
                      <a:pt x="181" y="60"/>
                      <a:pt x="181" y="60"/>
                      <a:pt x="181" y="60"/>
                    </a:cubicBezTo>
                    <a:cubicBezTo>
                      <a:pt x="163" y="45"/>
                      <a:pt x="163" y="45"/>
                      <a:pt x="163" y="45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22"/>
                      <a:pt x="156" y="22"/>
                      <a:pt x="156" y="22"/>
                    </a:cubicBezTo>
                    <a:cubicBezTo>
                      <a:pt x="156" y="11"/>
                      <a:pt x="156" y="11"/>
                      <a:pt x="156" y="11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4" y="16"/>
                      <a:pt x="5" y="17"/>
                    </a:cubicBezTo>
                    <a:cubicBezTo>
                      <a:pt x="6" y="18"/>
                      <a:pt x="11" y="19"/>
                      <a:pt x="11" y="1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176"/>
                      <a:pt x="42" y="176"/>
                      <a:pt x="42" y="176"/>
                    </a:cubicBezTo>
                    <a:cubicBezTo>
                      <a:pt x="42" y="201"/>
                      <a:pt x="42" y="201"/>
                      <a:pt x="42" y="201"/>
                    </a:cubicBezTo>
                    <a:cubicBezTo>
                      <a:pt x="215" y="197"/>
                      <a:pt x="215" y="197"/>
                      <a:pt x="215" y="197"/>
                    </a:cubicBezTo>
                    <a:cubicBezTo>
                      <a:pt x="216" y="203"/>
                      <a:pt x="216" y="203"/>
                      <a:pt x="216" y="203"/>
                    </a:cubicBezTo>
                    <a:cubicBezTo>
                      <a:pt x="205" y="221"/>
                      <a:pt x="205" y="221"/>
                      <a:pt x="205" y="221"/>
                    </a:cubicBezTo>
                    <a:cubicBezTo>
                      <a:pt x="233" y="219"/>
                      <a:pt x="233" y="219"/>
                      <a:pt x="233" y="219"/>
                    </a:cubicBezTo>
                    <a:cubicBezTo>
                      <a:pt x="234" y="216"/>
                      <a:pt x="234" y="216"/>
                      <a:pt x="234" y="216"/>
                    </a:cubicBezTo>
                    <a:cubicBezTo>
                      <a:pt x="236" y="213"/>
                      <a:pt x="236" y="213"/>
                      <a:pt x="236" y="213"/>
                    </a:cubicBezTo>
                    <a:cubicBezTo>
                      <a:pt x="236" y="213"/>
                      <a:pt x="238" y="212"/>
                      <a:pt x="237" y="211"/>
                    </a:cubicBezTo>
                    <a:cubicBezTo>
                      <a:pt x="237" y="210"/>
                      <a:pt x="235" y="207"/>
                      <a:pt x="235" y="207"/>
                    </a:cubicBezTo>
                    <a:cubicBezTo>
                      <a:pt x="234" y="206"/>
                      <a:pt x="234" y="206"/>
                      <a:pt x="234" y="206"/>
                    </a:cubicBezTo>
                    <a:cubicBezTo>
                      <a:pt x="235" y="204"/>
                      <a:pt x="235" y="204"/>
                      <a:pt x="235" y="204"/>
                    </a:cubicBezTo>
                    <a:cubicBezTo>
                      <a:pt x="237" y="203"/>
                      <a:pt x="237" y="203"/>
                      <a:pt x="237" y="203"/>
                    </a:cubicBezTo>
                    <a:cubicBezTo>
                      <a:pt x="238" y="200"/>
                      <a:pt x="238" y="200"/>
                      <a:pt x="238" y="200"/>
                    </a:cubicBezTo>
                    <a:cubicBezTo>
                      <a:pt x="238" y="197"/>
                      <a:pt x="238" y="197"/>
                      <a:pt x="238" y="197"/>
                    </a:cubicBezTo>
                    <a:cubicBezTo>
                      <a:pt x="238" y="194"/>
                      <a:pt x="238" y="194"/>
                      <a:pt x="238" y="194"/>
                    </a:cubicBezTo>
                    <a:lnTo>
                      <a:pt x="238" y="19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8" name="Freeform 47">
                <a:extLst>
                  <a:ext uri="{FF2B5EF4-FFF2-40B4-BE49-F238E27FC236}">
                    <a16:creationId xmlns:a16="http://schemas.microsoft.com/office/drawing/2014/main" id="{E111B0C9-4151-1205-33FD-B45F9E360F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24367" y="1645093"/>
                <a:ext cx="308584" cy="359118"/>
              </a:xfrm>
              <a:custGeom>
                <a:avLst/>
                <a:gdLst>
                  <a:gd name="T0" fmla="*/ 139 w 208"/>
                  <a:gd name="T1" fmla="*/ 135 h 242"/>
                  <a:gd name="T2" fmla="*/ 144 w 208"/>
                  <a:gd name="T3" fmla="*/ 107 h 242"/>
                  <a:gd name="T4" fmla="*/ 169 w 208"/>
                  <a:gd name="T5" fmla="*/ 80 h 242"/>
                  <a:gd name="T6" fmla="*/ 208 w 208"/>
                  <a:gd name="T7" fmla="*/ 55 h 242"/>
                  <a:gd name="T8" fmla="*/ 183 w 208"/>
                  <a:gd name="T9" fmla="*/ 52 h 242"/>
                  <a:gd name="T10" fmla="*/ 166 w 208"/>
                  <a:gd name="T11" fmla="*/ 52 h 242"/>
                  <a:gd name="T12" fmla="*/ 154 w 208"/>
                  <a:gd name="T13" fmla="*/ 55 h 242"/>
                  <a:gd name="T14" fmla="*/ 147 w 208"/>
                  <a:gd name="T15" fmla="*/ 48 h 242"/>
                  <a:gd name="T16" fmla="*/ 133 w 208"/>
                  <a:gd name="T17" fmla="*/ 45 h 242"/>
                  <a:gd name="T18" fmla="*/ 128 w 208"/>
                  <a:gd name="T19" fmla="*/ 42 h 242"/>
                  <a:gd name="T20" fmla="*/ 114 w 208"/>
                  <a:gd name="T21" fmla="*/ 36 h 242"/>
                  <a:gd name="T22" fmla="*/ 123 w 208"/>
                  <a:gd name="T23" fmla="*/ 36 h 242"/>
                  <a:gd name="T24" fmla="*/ 114 w 208"/>
                  <a:gd name="T25" fmla="*/ 35 h 242"/>
                  <a:gd name="T26" fmla="*/ 105 w 208"/>
                  <a:gd name="T27" fmla="*/ 35 h 242"/>
                  <a:gd name="T28" fmla="*/ 97 w 208"/>
                  <a:gd name="T29" fmla="*/ 39 h 242"/>
                  <a:gd name="T30" fmla="*/ 87 w 208"/>
                  <a:gd name="T31" fmla="*/ 34 h 242"/>
                  <a:gd name="T32" fmla="*/ 80 w 208"/>
                  <a:gd name="T33" fmla="*/ 34 h 242"/>
                  <a:gd name="T34" fmla="*/ 68 w 208"/>
                  <a:gd name="T35" fmla="*/ 24 h 242"/>
                  <a:gd name="T36" fmla="*/ 66 w 208"/>
                  <a:gd name="T37" fmla="*/ 20 h 242"/>
                  <a:gd name="T38" fmla="*/ 58 w 208"/>
                  <a:gd name="T39" fmla="*/ 20 h 242"/>
                  <a:gd name="T40" fmla="*/ 54 w 208"/>
                  <a:gd name="T41" fmla="*/ 16 h 242"/>
                  <a:gd name="T42" fmla="*/ 58 w 208"/>
                  <a:gd name="T43" fmla="*/ 8 h 242"/>
                  <a:gd name="T44" fmla="*/ 60 w 208"/>
                  <a:gd name="T45" fmla="*/ 2 h 242"/>
                  <a:gd name="T46" fmla="*/ 56 w 208"/>
                  <a:gd name="T47" fmla="*/ 0 h 242"/>
                  <a:gd name="T48" fmla="*/ 54 w 208"/>
                  <a:gd name="T49" fmla="*/ 12 h 242"/>
                  <a:gd name="T50" fmla="*/ 0 w 208"/>
                  <a:gd name="T51" fmla="*/ 16 h 242"/>
                  <a:gd name="T52" fmla="*/ 1 w 208"/>
                  <a:gd name="T53" fmla="*/ 23 h 242"/>
                  <a:gd name="T54" fmla="*/ 4 w 208"/>
                  <a:gd name="T55" fmla="*/ 26 h 242"/>
                  <a:gd name="T56" fmla="*/ 3 w 208"/>
                  <a:gd name="T57" fmla="*/ 31 h 242"/>
                  <a:gd name="T58" fmla="*/ 1 w 208"/>
                  <a:gd name="T59" fmla="*/ 34 h 242"/>
                  <a:gd name="T60" fmla="*/ 2 w 208"/>
                  <a:gd name="T61" fmla="*/ 40 h 242"/>
                  <a:gd name="T62" fmla="*/ 1 w 208"/>
                  <a:gd name="T63" fmla="*/ 51 h 242"/>
                  <a:gd name="T64" fmla="*/ 6 w 208"/>
                  <a:gd name="T65" fmla="*/ 64 h 242"/>
                  <a:gd name="T66" fmla="*/ 9 w 208"/>
                  <a:gd name="T67" fmla="*/ 78 h 242"/>
                  <a:gd name="T68" fmla="*/ 10 w 208"/>
                  <a:gd name="T69" fmla="*/ 104 h 242"/>
                  <a:gd name="T70" fmla="*/ 12 w 208"/>
                  <a:gd name="T71" fmla="*/ 114 h 242"/>
                  <a:gd name="T72" fmla="*/ 12 w 208"/>
                  <a:gd name="T73" fmla="*/ 122 h 242"/>
                  <a:gd name="T74" fmla="*/ 17 w 208"/>
                  <a:gd name="T75" fmla="*/ 127 h 242"/>
                  <a:gd name="T76" fmla="*/ 18 w 208"/>
                  <a:gd name="T77" fmla="*/ 136 h 242"/>
                  <a:gd name="T78" fmla="*/ 16 w 208"/>
                  <a:gd name="T79" fmla="*/ 142 h 242"/>
                  <a:gd name="T80" fmla="*/ 17 w 208"/>
                  <a:gd name="T81" fmla="*/ 144 h 242"/>
                  <a:gd name="T82" fmla="*/ 11 w 208"/>
                  <a:gd name="T83" fmla="*/ 150 h 242"/>
                  <a:gd name="T84" fmla="*/ 8 w 208"/>
                  <a:gd name="T85" fmla="*/ 154 h 242"/>
                  <a:gd name="T86" fmla="*/ 9 w 208"/>
                  <a:gd name="T87" fmla="*/ 158 h 242"/>
                  <a:gd name="T88" fmla="*/ 12 w 208"/>
                  <a:gd name="T89" fmla="*/ 163 h 242"/>
                  <a:gd name="T90" fmla="*/ 18 w 208"/>
                  <a:gd name="T91" fmla="*/ 167 h 242"/>
                  <a:gd name="T92" fmla="*/ 18 w 208"/>
                  <a:gd name="T93" fmla="*/ 242 h 242"/>
                  <a:gd name="T94" fmla="*/ 173 w 208"/>
                  <a:gd name="T95" fmla="*/ 233 h 242"/>
                  <a:gd name="T96" fmla="*/ 166 w 208"/>
                  <a:gd name="T97" fmla="*/ 220 h 242"/>
                  <a:gd name="T98" fmla="*/ 157 w 208"/>
                  <a:gd name="T99" fmla="*/ 213 h 242"/>
                  <a:gd name="T100" fmla="*/ 138 w 208"/>
                  <a:gd name="T101" fmla="*/ 197 h 242"/>
                  <a:gd name="T102" fmla="*/ 125 w 208"/>
                  <a:gd name="T103" fmla="*/ 189 h 242"/>
                  <a:gd name="T104" fmla="*/ 128 w 208"/>
                  <a:gd name="T105" fmla="*/ 159 h 242"/>
                  <a:gd name="T106" fmla="*/ 122 w 208"/>
                  <a:gd name="T107" fmla="*/ 154 h 242"/>
                  <a:gd name="T108" fmla="*/ 128 w 208"/>
                  <a:gd name="T109" fmla="*/ 14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8" h="242">
                    <a:moveTo>
                      <a:pt x="128" y="141"/>
                    </a:moveTo>
                    <a:lnTo>
                      <a:pt x="139" y="135"/>
                    </a:lnTo>
                    <a:lnTo>
                      <a:pt x="139" y="111"/>
                    </a:lnTo>
                    <a:lnTo>
                      <a:pt x="144" y="107"/>
                    </a:lnTo>
                    <a:lnTo>
                      <a:pt x="161" y="91"/>
                    </a:lnTo>
                    <a:lnTo>
                      <a:pt x="169" y="80"/>
                    </a:lnTo>
                    <a:lnTo>
                      <a:pt x="185" y="69"/>
                    </a:lnTo>
                    <a:lnTo>
                      <a:pt x="208" y="55"/>
                    </a:lnTo>
                    <a:lnTo>
                      <a:pt x="200" y="53"/>
                    </a:lnTo>
                    <a:lnTo>
                      <a:pt x="183" y="52"/>
                    </a:lnTo>
                    <a:lnTo>
                      <a:pt x="169" y="49"/>
                    </a:lnTo>
                    <a:lnTo>
                      <a:pt x="166" y="52"/>
                    </a:lnTo>
                    <a:lnTo>
                      <a:pt x="162" y="55"/>
                    </a:lnTo>
                    <a:lnTo>
                      <a:pt x="154" y="55"/>
                    </a:lnTo>
                    <a:lnTo>
                      <a:pt x="151" y="51"/>
                    </a:lnTo>
                    <a:lnTo>
                      <a:pt x="147" y="48"/>
                    </a:lnTo>
                    <a:lnTo>
                      <a:pt x="136" y="45"/>
                    </a:lnTo>
                    <a:lnTo>
                      <a:pt x="133" y="45"/>
                    </a:lnTo>
                    <a:lnTo>
                      <a:pt x="129" y="43"/>
                    </a:lnTo>
                    <a:lnTo>
                      <a:pt x="128" y="42"/>
                    </a:lnTo>
                    <a:lnTo>
                      <a:pt x="119" y="41"/>
                    </a:lnTo>
                    <a:lnTo>
                      <a:pt x="114" y="36"/>
                    </a:lnTo>
                    <a:lnTo>
                      <a:pt x="120" y="39"/>
                    </a:lnTo>
                    <a:lnTo>
                      <a:pt x="123" y="36"/>
                    </a:lnTo>
                    <a:lnTo>
                      <a:pt x="119" y="35"/>
                    </a:lnTo>
                    <a:lnTo>
                      <a:pt x="114" y="35"/>
                    </a:lnTo>
                    <a:lnTo>
                      <a:pt x="109" y="35"/>
                    </a:lnTo>
                    <a:lnTo>
                      <a:pt x="105" y="35"/>
                    </a:lnTo>
                    <a:lnTo>
                      <a:pt x="100" y="35"/>
                    </a:lnTo>
                    <a:lnTo>
                      <a:pt x="97" y="39"/>
                    </a:lnTo>
                    <a:lnTo>
                      <a:pt x="93" y="39"/>
                    </a:lnTo>
                    <a:lnTo>
                      <a:pt x="87" y="34"/>
                    </a:lnTo>
                    <a:lnTo>
                      <a:pt x="84" y="34"/>
                    </a:lnTo>
                    <a:lnTo>
                      <a:pt x="80" y="34"/>
                    </a:lnTo>
                    <a:lnTo>
                      <a:pt x="73" y="32"/>
                    </a:lnTo>
                    <a:lnTo>
                      <a:pt x="68" y="24"/>
                    </a:lnTo>
                    <a:lnTo>
                      <a:pt x="68" y="24"/>
                    </a:lnTo>
                    <a:lnTo>
                      <a:pt x="66" y="20"/>
                    </a:lnTo>
                    <a:lnTo>
                      <a:pt x="62" y="20"/>
                    </a:lnTo>
                    <a:lnTo>
                      <a:pt x="58" y="20"/>
                    </a:lnTo>
                    <a:lnTo>
                      <a:pt x="55" y="20"/>
                    </a:lnTo>
                    <a:lnTo>
                      <a:pt x="54" y="16"/>
                    </a:lnTo>
                    <a:lnTo>
                      <a:pt x="57" y="12"/>
                    </a:lnTo>
                    <a:lnTo>
                      <a:pt x="58" y="8"/>
                    </a:lnTo>
                    <a:lnTo>
                      <a:pt x="62" y="5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56" y="0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2" y="16"/>
                    </a:lnTo>
                    <a:lnTo>
                      <a:pt x="0" y="16"/>
                    </a:lnTo>
                    <a:lnTo>
                      <a:pt x="1" y="20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4" y="26"/>
                    </a:lnTo>
                    <a:lnTo>
                      <a:pt x="4" y="30"/>
                    </a:lnTo>
                    <a:lnTo>
                      <a:pt x="3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8"/>
                    </a:lnTo>
                    <a:lnTo>
                      <a:pt x="2" y="40"/>
                    </a:lnTo>
                    <a:lnTo>
                      <a:pt x="3" y="45"/>
                    </a:lnTo>
                    <a:lnTo>
                      <a:pt x="1" y="51"/>
                    </a:lnTo>
                    <a:lnTo>
                      <a:pt x="3" y="56"/>
                    </a:lnTo>
                    <a:lnTo>
                      <a:pt x="6" y="64"/>
                    </a:lnTo>
                    <a:lnTo>
                      <a:pt x="9" y="70"/>
                    </a:lnTo>
                    <a:lnTo>
                      <a:pt x="9" y="78"/>
                    </a:lnTo>
                    <a:lnTo>
                      <a:pt x="10" y="92"/>
                    </a:lnTo>
                    <a:lnTo>
                      <a:pt x="10" y="104"/>
                    </a:lnTo>
                    <a:lnTo>
                      <a:pt x="10" y="112"/>
                    </a:lnTo>
                    <a:lnTo>
                      <a:pt x="12" y="114"/>
                    </a:lnTo>
                    <a:lnTo>
                      <a:pt x="12" y="116"/>
                    </a:lnTo>
                    <a:lnTo>
                      <a:pt x="12" y="122"/>
                    </a:lnTo>
                    <a:lnTo>
                      <a:pt x="15" y="124"/>
                    </a:lnTo>
                    <a:lnTo>
                      <a:pt x="17" y="127"/>
                    </a:lnTo>
                    <a:lnTo>
                      <a:pt x="18" y="132"/>
                    </a:lnTo>
                    <a:lnTo>
                      <a:pt x="18" y="136"/>
                    </a:lnTo>
                    <a:lnTo>
                      <a:pt x="18" y="141"/>
                    </a:lnTo>
                    <a:lnTo>
                      <a:pt x="16" y="142"/>
                    </a:lnTo>
                    <a:lnTo>
                      <a:pt x="16" y="142"/>
                    </a:lnTo>
                    <a:lnTo>
                      <a:pt x="17" y="144"/>
                    </a:lnTo>
                    <a:lnTo>
                      <a:pt x="13" y="147"/>
                    </a:lnTo>
                    <a:lnTo>
                      <a:pt x="11" y="150"/>
                    </a:lnTo>
                    <a:lnTo>
                      <a:pt x="8" y="152"/>
                    </a:lnTo>
                    <a:lnTo>
                      <a:pt x="8" y="154"/>
                    </a:lnTo>
                    <a:lnTo>
                      <a:pt x="8" y="156"/>
                    </a:lnTo>
                    <a:lnTo>
                      <a:pt x="9" y="158"/>
                    </a:lnTo>
                    <a:lnTo>
                      <a:pt x="12" y="160"/>
                    </a:lnTo>
                    <a:lnTo>
                      <a:pt x="12" y="163"/>
                    </a:lnTo>
                    <a:lnTo>
                      <a:pt x="17" y="164"/>
                    </a:lnTo>
                    <a:lnTo>
                      <a:pt x="18" y="167"/>
                    </a:lnTo>
                    <a:lnTo>
                      <a:pt x="21" y="169"/>
                    </a:lnTo>
                    <a:lnTo>
                      <a:pt x="18" y="242"/>
                    </a:lnTo>
                    <a:lnTo>
                      <a:pt x="172" y="239"/>
                    </a:lnTo>
                    <a:lnTo>
                      <a:pt x="173" y="233"/>
                    </a:lnTo>
                    <a:lnTo>
                      <a:pt x="172" y="227"/>
                    </a:lnTo>
                    <a:lnTo>
                      <a:pt x="166" y="220"/>
                    </a:lnTo>
                    <a:lnTo>
                      <a:pt x="160" y="216"/>
                    </a:lnTo>
                    <a:lnTo>
                      <a:pt x="157" y="213"/>
                    </a:lnTo>
                    <a:lnTo>
                      <a:pt x="150" y="204"/>
                    </a:lnTo>
                    <a:lnTo>
                      <a:pt x="138" y="197"/>
                    </a:lnTo>
                    <a:lnTo>
                      <a:pt x="130" y="193"/>
                    </a:lnTo>
                    <a:lnTo>
                      <a:pt x="125" y="189"/>
                    </a:lnTo>
                    <a:lnTo>
                      <a:pt x="126" y="174"/>
                    </a:lnTo>
                    <a:lnTo>
                      <a:pt x="128" y="159"/>
                    </a:lnTo>
                    <a:lnTo>
                      <a:pt x="126" y="159"/>
                    </a:lnTo>
                    <a:lnTo>
                      <a:pt x="122" y="154"/>
                    </a:lnTo>
                    <a:lnTo>
                      <a:pt x="126" y="145"/>
                    </a:lnTo>
                    <a:lnTo>
                      <a:pt x="128" y="1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9" name="Line 48">
                <a:extLst>
                  <a:ext uri="{FF2B5EF4-FFF2-40B4-BE49-F238E27FC236}">
                    <a16:creationId xmlns:a16="http://schemas.microsoft.com/office/drawing/2014/main" id="{843FB3F0-3AB0-AEDE-229A-E3AA44A1C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0" name="Line 49">
                <a:extLst>
                  <a:ext uri="{FF2B5EF4-FFF2-40B4-BE49-F238E27FC236}">
                    <a16:creationId xmlns:a16="http://schemas.microsoft.com/office/drawing/2014/main" id="{004C7508-06D2-C5BD-81F1-1FCB88EE7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1" name="Freeform 50">
                <a:extLst>
                  <a:ext uri="{FF2B5EF4-FFF2-40B4-BE49-F238E27FC236}">
                    <a16:creationId xmlns:a16="http://schemas.microsoft.com/office/drawing/2014/main" id="{81877475-8B53-8756-46CD-7B35370A6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07732" y="1750455"/>
                <a:ext cx="360509" cy="339828"/>
              </a:xfrm>
              <a:custGeom>
                <a:avLst/>
                <a:gdLst>
                  <a:gd name="T0" fmla="*/ 12 w 287"/>
                  <a:gd name="T1" fmla="*/ 44 h 270"/>
                  <a:gd name="T2" fmla="*/ 29 w 287"/>
                  <a:gd name="T3" fmla="*/ 36 h 270"/>
                  <a:gd name="T4" fmla="*/ 52 w 287"/>
                  <a:gd name="T5" fmla="*/ 17 h 270"/>
                  <a:gd name="T6" fmla="*/ 77 w 287"/>
                  <a:gd name="T7" fmla="*/ 0 h 270"/>
                  <a:gd name="T8" fmla="*/ 75 w 287"/>
                  <a:gd name="T9" fmla="*/ 6 h 270"/>
                  <a:gd name="T10" fmla="*/ 65 w 287"/>
                  <a:gd name="T11" fmla="*/ 19 h 270"/>
                  <a:gd name="T12" fmla="*/ 67 w 287"/>
                  <a:gd name="T13" fmla="*/ 29 h 270"/>
                  <a:gd name="T14" fmla="*/ 77 w 287"/>
                  <a:gd name="T15" fmla="*/ 28 h 270"/>
                  <a:gd name="T16" fmla="*/ 111 w 287"/>
                  <a:gd name="T17" fmla="*/ 45 h 270"/>
                  <a:gd name="T18" fmla="*/ 135 w 287"/>
                  <a:gd name="T19" fmla="*/ 39 h 270"/>
                  <a:gd name="T20" fmla="*/ 169 w 287"/>
                  <a:gd name="T21" fmla="*/ 28 h 270"/>
                  <a:gd name="T22" fmla="*/ 198 w 287"/>
                  <a:gd name="T23" fmla="*/ 38 h 270"/>
                  <a:gd name="T24" fmla="*/ 217 w 287"/>
                  <a:gd name="T25" fmla="*/ 55 h 270"/>
                  <a:gd name="T26" fmla="*/ 232 w 287"/>
                  <a:gd name="T27" fmla="*/ 56 h 270"/>
                  <a:gd name="T28" fmla="*/ 219 w 287"/>
                  <a:gd name="T29" fmla="*/ 62 h 270"/>
                  <a:gd name="T30" fmla="*/ 193 w 287"/>
                  <a:gd name="T31" fmla="*/ 64 h 270"/>
                  <a:gd name="T32" fmla="*/ 201 w 287"/>
                  <a:gd name="T33" fmla="*/ 74 h 270"/>
                  <a:gd name="T34" fmla="*/ 204 w 287"/>
                  <a:gd name="T35" fmla="*/ 75 h 270"/>
                  <a:gd name="T36" fmla="*/ 234 w 287"/>
                  <a:gd name="T37" fmla="*/ 88 h 270"/>
                  <a:gd name="T38" fmla="*/ 246 w 287"/>
                  <a:gd name="T39" fmla="*/ 109 h 270"/>
                  <a:gd name="T40" fmla="*/ 245 w 287"/>
                  <a:gd name="T41" fmla="*/ 141 h 270"/>
                  <a:gd name="T42" fmla="*/ 233 w 287"/>
                  <a:gd name="T43" fmla="*/ 168 h 270"/>
                  <a:gd name="T44" fmla="*/ 246 w 287"/>
                  <a:gd name="T45" fmla="*/ 166 h 270"/>
                  <a:gd name="T46" fmla="*/ 255 w 287"/>
                  <a:gd name="T47" fmla="*/ 153 h 270"/>
                  <a:gd name="T48" fmla="*/ 275 w 287"/>
                  <a:gd name="T49" fmla="*/ 154 h 270"/>
                  <a:gd name="T50" fmla="*/ 287 w 287"/>
                  <a:gd name="T51" fmla="*/ 197 h 270"/>
                  <a:gd name="T52" fmla="*/ 275 w 287"/>
                  <a:gd name="T53" fmla="*/ 220 h 270"/>
                  <a:gd name="T54" fmla="*/ 266 w 287"/>
                  <a:gd name="T55" fmla="*/ 249 h 270"/>
                  <a:gd name="T56" fmla="*/ 141 w 287"/>
                  <a:gd name="T57" fmla="*/ 270 h 270"/>
                  <a:gd name="T58" fmla="*/ 158 w 287"/>
                  <a:gd name="T59" fmla="*/ 235 h 270"/>
                  <a:gd name="T60" fmla="*/ 145 w 287"/>
                  <a:gd name="T61" fmla="*/ 191 h 270"/>
                  <a:gd name="T62" fmla="*/ 144 w 287"/>
                  <a:gd name="T63" fmla="*/ 165 h 270"/>
                  <a:gd name="T64" fmla="*/ 148 w 287"/>
                  <a:gd name="T65" fmla="*/ 147 h 270"/>
                  <a:gd name="T66" fmla="*/ 153 w 287"/>
                  <a:gd name="T67" fmla="*/ 122 h 270"/>
                  <a:gd name="T68" fmla="*/ 166 w 287"/>
                  <a:gd name="T69" fmla="*/ 106 h 270"/>
                  <a:gd name="T70" fmla="*/ 169 w 287"/>
                  <a:gd name="T71" fmla="*/ 122 h 270"/>
                  <a:gd name="T72" fmla="*/ 175 w 287"/>
                  <a:gd name="T73" fmla="*/ 111 h 270"/>
                  <a:gd name="T74" fmla="*/ 180 w 287"/>
                  <a:gd name="T75" fmla="*/ 94 h 270"/>
                  <a:gd name="T76" fmla="*/ 184 w 287"/>
                  <a:gd name="T77" fmla="*/ 81 h 270"/>
                  <a:gd name="T78" fmla="*/ 189 w 287"/>
                  <a:gd name="T79" fmla="*/ 74 h 270"/>
                  <a:gd name="T80" fmla="*/ 187 w 287"/>
                  <a:gd name="T81" fmla="*/ 65 h 270"/>
                  <a:gd name="T82" fmla="*/ 159 w 287"/>
                  <a:gd name="T83" fmla="*/ 68 h 270"/>
                  <a:gd name="T84" fmla="*/ 129 w 287"/>
                  <a:gd name="T85" fmla="*/ 85 h 270"/>
                  <a:gd name="T86" fmla="*/ 127 w 287"/>
                  <a:gd name="T87" fmla="*/ 76 h 270"/>
                  <a:gd name="T88" fmla="*/ 118 w 287"/>
                  <a:gd name="T89" fmla="*/ 75 h 270"/>
                  <a:gd name="T90" fmla="*/ 107 w 287"/>
                  <a:gd name="T91" fmla="*/ 101 h 270"/>
                  <a:gd name="T92" fmla="*/ 95 w 287"/>
                  <a:gd name="T93" fmla="*/ 100 h 270"/>
                  <a:gd name="T94" fmla="*/ 84 w 287"/>
                  <a:gd name="T95" fmla="*/ 81 h 270"/>
                  <a:gd name="T96" fmla="*/ 58 w 287"/>
                  <a:gd name="T97" fmla="*/ 74 h 270"/>
                  <a:gd name="T98" fmla="*/ 29 w 287"/>
                  <a:gd name="T99" fmla="*/ 65 h 270"/>
                  <a:gd name="T100" fmla="*/ 9 w 287"/>
                  <a:gd name="T101" fmla="*/ 57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87" h="270">
                    <a:moveTo>
                      <a:pt x="0" y="51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6" y="14"/>
                      <a:pt x="56" y="14"/>
                      <a:pt x="56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70" y="1"/>
                      <a:pt x="70" y="1"/>
                      <a:pt x="70" y="1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5" y="2"/>
                      <a:pt x="85" y="2"/>
                      <a:pt x="85" y="2"/>
                    </a:cubicBezTo>
                    <a:cubicBezTo>
                      <a:pt x="83" y="3"/>
                      <a:pt x="83" y="3"/>
                      <a:pt x="83" y="3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4"/>
                      <a:pt x="68" y="14"/>
                      <a:pt x="68" y="15"/>
                    </a:cubicBezTo>
                    <a:cubicBezTo>
                      <a:pt x="68" y="16"/>
                      <a:pt x="65" y="23"/>
                      <a:pt x="65" y="23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2" y="27"/>
                      <a:pt x="62" y="27"/>
                      <a:pt x="62" y="27"/>
                    </a:cubicBezTo>
                    <a:cubicBezTo>
                      <a:pt x="62" y="33"/>
                      <a:pt x="62" y="33"/>
                      <a:pt x="62" y="33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7" y="29"/>
                      <a:pt x="67" y="29"/>
                      <a:pt x="67" y="29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82" y="29"/>
                      <a:pt x="82" y="29"/>
                      <a:pt x="82" y="29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98" y="41"/>
                      <a:pt x="98" y="41"/>
                      <a:pt x="98" y="41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11" y="45"/>
                      <a:pt x="111" y="45"/>
                      <a:pt x="111" y="45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21" y="46"/>
                      <a:pt x="121" y="46"/>
                      <a:pt x="121" y="46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30" y="44"/>
                      <a:pt x="130" y="44"/>
                      <a:pt x="130" y="44"/>
                    </a:cubicBezTo>
                    <a:cubicBezTo>
                      <a:pt x="135" y="39"/>
                      <a:pt x="135" y="39"/>
                      <a:pt x="135" y="39"/>
                    </a:cubicBezTo>
                    <a:cubicBezTo>
                      <a:pt x="139" y="35"/>
                      <a:pt x="139" y="35"/>
                      <a:pt x="139" y="35"/>
                    </a:cubicBezTo>
                    <a:cubicBezTo>
                      <a:pt x="148" y="33"/>
                      <a:pt x="148" y="33"/>
                      <a:pt x="148" y="33"/>
                    </a:cubicBezTo>
                    <a:cubicBezTo>
                      <a:pt x="154" y="31"/>
                      <a:pt x="154" y="31"/>
                      <a:pt x="154" y="31"/>
                    </a:cubicBezTo>
                    <a:cubicBezTo>
                      <a:pt x="160" y="31"/>
                      <a:pt x="160" y="31"/>
                      <a:pt x="160" y="31"/>
                    </a:cubicBezTo>
                    <a:cubicBezTo>
                      <a:pt x="169" y="28"/>
                      <a:pt x="169" y="28"/>
                      <a:pt x="169" y="28"/>
                    </a:cubicBezTo>
                    <a:cubicBezTo>
                      <a:pt x="175" y="26"/>
                      <a:pt x="175" y="26"/>
                      <a:pt x="175" y="26"/>
                    </a:cubicBezTo>
                    <a:cubicBezTo>
                      <a:pt x="178" y="28"/>
                      <a:pt x="178" y="28"/>
                      <a:pt x="178" y="28"/>
                    </a:cubicBezTo>
                    <a:cubicBezTo>
                      <a:pt x="180" y="36"/>
                      <a:pt x="180" y="36"/>
                      <a:pt x="180" y="36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98" y="38"/>
                      <a:pt x="198" y="38"/>
                      <a:pt x="198" y="38"/>
                    </a:cubicBezTo>
                    <a:cubicBezTo>
                      <a:pt x="203" y="39"/>
                      <a:pt x="203" y="39"/>
                      <a:pt x="203" y="39"/>
                    </a:cubicBezTo>
                    <a:cubicBezTo>
                      <a:pt x="207" y="44"/>
                      <a:pt x="207" y="44"/>
                      <a:pt x="207" y="44"/>
                    </a:cubicBezTo>
                    <a:cubicBezTo>
                      <a:pt x="213" y="51"/>
                      <a:pt x="213" y="51"/>
                      <a:pt x="213" y="51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215" y="53"/>
                      <a:pt x="216" y="54"/>
                      <a:pt x="217" y="55"/>
                    </a:cubicBezTo>
                    <a:cubicBezTo>
                      <a:pt x="218" y="56"/>
                      <a:pt x="219" y="58"/>
                      <a:pt x="219" y="58"/>
                    </a:cubicBezTo>
                    <a:cubicBezTo>
                      <a:pt x="224" y="59"/>
                      <a:pt x="224" y="59"/>
                      <a:pt x="224" y="59"/>
                    </a:cubicBezTo>
                    <a:cubicBezTo>
                      <a:pt x="224" y="59"/>
                      <a:pt x="226" y="57"/>
                      <a:pt x="226" y="57"/>
                    </a:cubicBezTo>
                    <a:cubicBezTo>
                      <a:pt x="226" y="56"/>
                      <a:pt x="230" y="54"/>
                      <a:pt x="230" y="54"/>
                    </a:cubicBezTo>
                    <a:cubicBezTo>
                      <a:pt x="232" y="56"/>
                      <a:pt x="232" y="56"/>
                      <a:pt x="232" y="56"/>
                    </a:cubicBezTo>
                    <a:cubicBezTo>
                      <a:pt x="232" y="56"/>
                      <a:pt x="234" y="57"/>
                      <a:pt x="232" y="58"/>
                    </a:cubicBezTo>
                    <a:cubicBezTo>
                      <a:pt x="231" y="58"/>
                      <a:pt x="230" y="60"/>
                      <a:pt x="229" y="60"/>
                    </a:cubicBezTo>
                    <a:cubicBezTo>
                      <a:pt x="227" y="60"/>
                      <a:pt x="225" y="60"/>
                      <a:pt x="225" y="60"/>
                    </a:cubicBezTo>
                    <a:cubicBezTo>
                      <a:pt x="221" y="60"/>
                      <a:pt x="221" y="60"/>
                      <a:pt x="221" y="60"/>
                    </a:cubicBezTo>
                    <a:cubicBezTo>
                      <a:pt x="219" y="62"/>
                      <a:pt x="219" y="62"/>
                      <a:pt x="219" y="62"/>
                    </a:cubicBezTo>
                    <a:cubicBezTo>
                      <a:pt x="208" y="62"/>
                      <a:pt x="208" y="62"/>
                      <a:pt x="208" y="62"/>
                    </a:cubicBezTo>
                    <a:cubicBezTo>
                      <a:pt x="205" y="63"/>
                      <a:pt x="205" y="63"/>
                      <a:pt x="205" y="63"/>
                    </a:cubicBezTo>
                    <a:cubicBezTo>
                      <a:pt x="201" y="61"/>
                      <a:pt x="201" y="61"/>
                      <a:pt x="201" y="61"/>
                    </a:cubicBezTo>
                    <a:cubicBezTo>
                      <a:pt x="197" y="59"/>
                      <a:pt x="197" y="59"/>
                      <a:pt x="197" y="59"/>
                    </a:cubicBezTo>
                    <a:cubicBezTo>
                      <a:pt x="193" y="64"/>
                      <a:pt x="193" y="64"/>
                      <a:pt x="193" y="64"/>
                    </a:cubicBezTo>
                    <a:cubicBezTo>
                      <a:pt x="194" y="67"/>
                      <a:pt x="194" y="67"/>
                      <a:pt x="194" y="67"/>
                    </a:cubicBezTo>
                    <a:cubicBezTo>
                      <a:pt x="194" y="69"/>
                      <a:pt x="194" y="69"/>
                      <a:pt x="194" y="69"/>
                    </a:cubicBezTo>
                    <a:cubicBezTo>
                      <a:pt x="194" y="69"/>
                      <a:pt x="194" y="71"/>
                      <a:pt x="195" y="71"/>
                    </a:cubicBezTo>
                    <a:cubicBezTo>
                      <a:pt x="195" y="71"/>
                      <a:pt x="196" y="72"/>
                      <a:pt x="196" y="72"/>
                    </a:cubicBezTo>
                    <a:cubicBezTo>
                      <a:pt x="201" y="74"/>
                      <a:pt x="201" y="74"/>
                      <a:pt x="201" y="74"/>
                    </a:cubicBezTo>
                    <a:cubicBezTo>
                      <a:pt x="203" y="72"/>
                      <a:pt x="203" y="72"/>
                      <a:pt x="203" y="72"/>
                    </a:cubicBezTo>
                    <a:cubicBezTo>
                      <a:pt x="203" y="72"/>
                      <a:pt x="200" y="70"/>
                      <a:pt x="201" y="70"/>
                    </a:cubicBezTo>
                    <a:cubicBezTo>
                      <a:pt x="202" y="70"/>
                      <a:pt x="206" y="72"/>
                      <a:pt x="206" y="72"/>
                    </a:cubicBezTo>
                    <a:cubicBezTo>
                      <a:pt x="206" y="72"/>
                      <a:pt x="205" y="74"/>
                      <a:pt x="205" y="74"/>
                    </a:cubicBezTo>
                    <a:cubicBezTo>
                      <a:pt x="204" y="75"/>
                      <a:pt x="204" y="75"/>
                      <a:pt x="204" y="75"/>
                    </a:cubicBezTo>
                    <a:cubicBezTo>
                      <a:pt x="205" y="76"/>
                      <a:pt x="210" y="77"/>
                      <a:pt x="210" y="77"/>
                    </a:cubicBezTo>
                    <a:cubicBezTo>
                      <a:pt x="211" y="77"/>
                      <a:pt x="214" y="79"/>
                      <a:pt x="214" y="79"/>
                    </a:cubicBezTo>
                    <a:cubicBezTo>
                      <a:pt x="219" y="82"/>
                      <a:pt x="219" y="82"/>
                      <a:pt x="219" y="82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4" y="88"/>
                      <a:pt x="234" y="88"/>
                      <a:pt x="234" y="88"/>
                    </a:cubicBezTo>
                    <a:cubicBezTo>
                      <a:pt x="242" y="96"/>
                      <a:pt x="242" y="96"/>
                      <a:pt x="242" y="96"/>
                    </a:cubicBezTo>
                    <a:cubicBezTo>
                      <a:pt x="246" y="101"/>
                      <a:pt x="246" y="101"/>
                      <a:pt x="246" y="101"/>
                    </a:cubicBezTo>
                    <a:cubicBezTo>
                      <a:pt x="244" y="103"/>
                      <a:pt x="244" y="103"/>
                      <a:pt x="244" y="103"/>
                    </a:cubicBezTo>
                    <a:cubicBezTo>
                      <a:pt x="244" y="103"/>
                      <a:pt x="243" y="103"/>
                      <a:pt x="243" y="104"/>
                    </a:cubicBezTo>
                    <a:cubicBezTo>
                      <a:pt x="244" y="105"/>
                      <a:pt x="246" y="109"/>
                      <a:pt x="246" y="109"/>
                    </a:cubicBezTo>
                    <a:cubicBezTo>
                      <a:pt x="245" y="110"/>
                      <a:pt x="247" y="113"/>
                      <a:pt x="247" y="113"/>
                    </a:cubicBezTo>
                    <a:cubicBezTo>
                      <a:pt x="249" y="124"/>
                      <a:pt x="249" y="124"/>
                      <a:pt x="249" y="124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249" y="136"/>
                      <a:pt x="249" y="136"/>
                      <a:pt x="249" y="136"/>
                    </a:cubicBezTo>
                    <a:cubicBezTo>
                      <a:pt x="245" y="141"/>
                      <a:pt x="245" y="141"/>
                      <a:pt x="245" y="141"/>
                    </a:cubicBezTo>
                    <a:cubicBezTo>
                      <a:pt x="242" y="147"/>
                      <a:pt x="242" y="147"/>
                      <a:pt x="242" y="147"/>
                    </a:cubicBezTo>
                    <a:cubicBezTo>
                      <a:pt x="242" y="147"/>
                      <a:pt x="240" y="151"/>
                      <a:pt x="239" y="152"/>
                    </a:cubicBezTo>
                    <a:cubicBezTo>
                      <a:pt x="239" y="152"/>
                      <a:pt x="235" y="155"/>
                      <a:pt x="235" y="156"/>
                    </a:cubicBezTo>
                    <a:cubicBezTo>
                      <a:pt x="235" y="156"/>
                      <a:pt x="233" y="160"/>
                      <a:pt x="233" y="160"/>
                    </a:cubicBezTo>
                    <a:cubicBezTo>
                      <a:pt x="233" y="168"/>
                      <a:pt x="233" y="168"/>
                      <a:pt x="233" y="168"/>
                    </a:cubicBezTo>
                    <a:cubicBezTo>
                      <a:pt x="235" y="170"/>
                      <a:pt x="235" y="170"/>
                      <a:pt x="235" y="170"/>
                    </a:cubicBezTo>
                    <a:cubicBezTo>
                      <a:pt x="240" y="172"/>
                      <a:pt x="240" y="172"/>
                      <a:pt x="240" y="172"/>
                    </a:cubicBezTo>
                    <a:cubicBezTo>
                      <a:pt x="242" y="170"/>
                      <a:pt x="242" y="170"/>
                      <a:pt x="242" y="170"/>
                    </a:cubicBezTo>
                    <a:cubicBezTo>
                      <a:pt x="242" y="170"/>
                      <a:pt x="244" y="169"/>
                      <a:pt x="244" y="168"/>
                    </a:cubicBezTo>
                    <a:cubicBezTo>
                      <a:pt x="245" y="168"/>
                      <a:pt x="246" y="166"/>
                      <a:pt x="246" y="166"/>
                    </a:cubicBezTo>
                    <a:cubicBezTo>
                      <a:pt x="246" y="166"/>
                      <a:pt x="249" y="164"/>
                      <a:pt x="249" y="164"/>
                    </a:cubicBezTo>
                    <a:cubicBezTo>
                      <a:pt x="249" y="164"/>
                      <a:pt x="249" y="161"/>
                      <a:pt x="249" y="161"/>
                    </a:cubicBezTo>
                    <a:cubicBezTo>
                      <a:pt x="249" y="161"/>
                      <a:pt x="250" y="157"/>
                      <a:pt x="250" y="157"/>
                    </a:cubicBezTo>
                    <a:cubicBezTo>
                      <a:pt x="250" y="157"/>
                      <a:pt x="252" y="156"/>
                      <a:pt x="252" y="156"/>
                    </a:cubicBezTo>
                    <a:cubicBezTo>
                      <a:pt x="252" y="155"/>
                      <a:pt x="255" y="153"/>
                      <a:pt x="255" y="153"/>
                    </a:cubicBezTo>
                    <a:cubicBezTo>
                      <a:pt x="255" y="153"/>
                      <a:pt x="259" y="150"/>
                      <a:pt x="259" y="150"/>
                    </a:cubicBezTo>
                    <a:cubicBezTo>
                      <a:pt x="260" y="150"/>
                      <a:pt x="262" y="147"/>
                      <a:pt x="262" y="147"/>
                    </a:cubicBezTo>
                    <a:cubicBezTo>
                      <a:pt x="265" y="147"/>
                      <a:pt x="265" y="147"/>
                      <a:pt x="265" y="147"/>
                    </a:cubicBezTo>
                    <a:cubicBezTo>
                      <a:pt x="269" y="148"/>
                      <a:pt x="269" y="148"/>
                      <a:pt x="269" y="148"/>
                    </a:cubicBezTo>
                    <a:cubicBezTo>
                      <a:pt x="275" y="154"/>
                      <a:pt x="275" y="154"/>
                      <a:pt x="275" y="154"/>
                    </a:cubicBezTo>
                    <a:cubicBezTo>
                      <a:pt x="279" y="162"/>
                      <a:pt x="279" y="162"/>
                      <a:pt x="279" y="162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6" y="189"/>
                      <a:pt x="286" y="189"/>
                      <a:pt x="286" y="189"/>
                    </a:cubicBezTo>
                    <a:cubicBezTo>
                      <a:pt x="286" y="193"/>
                      <a:pt x="286" y="193"/>
                      <a:pt x="286" y="193"/>
                    </a:cubicBezTo>
                    <a:cubicBezTo>
                      <a:pt x="286" y="193"/>
                      <a:pt x="287" y="196"/>
                      <a:pt x="287" y="197"/>
                    </a:cubicBezTo>
                    <a:cubicBezTo>
                      <a:pt x="287" y="198"/>
                      <a:pt x="287" y="213"/>
                      <a:pt x="287" y="213"/>
                    </a:cubicBezTo>
                    <a:cubicBezTo>
                      <a:pt x="280" y="213"/>
                      <a:pt x="280" y="213"/>
                      <a:pt x="280" y="213"/>
                    </a:cubicBezTo>
                    <a:cubicBezTo>
                      <a:pt x="278" y="213"/>
                      <a:pt x="278" y="213"/>
                      <a:pt x="278" y="213"/>
                    </a:cubicBezTo>
                    <a:cubicBezTo>
                      <a:pt x="278" y="216"/>
                      <a:pt x="278" y="216"/>
                      <a:pt x="278" y="216"/>
                    </a:cubicBezTo>
                    <a:cubicBezTo>
                      <a:pt x="275" y="220"/>
                      <a:pt x="275" y="220"/>
                      <a:pt x="275" y="220"/>
                    </a:cubicBezTo>
                    <a:cubicBezTo>
                      <a:pt x="274" y="225"/>
                      <a:pt x="274" y="225"/>
                      <a:pt x="274" y="225"/>
                    </a:cubicBezTo>
                    <a:cubicBezTo>
                      <a:pt x="272" y="229"/>
                      <a:pt x="272" y="229"/>
                      <a:pt x="272" y="229"/>
                    </a:cubicBezTo>
                    <a:cubicBezTo>
                      <a:pt x="269" y="233"/>
                      <a:pt x="269" y="233"/>
                      <a:pt x="269" y="233"/>
                    </a:cubicBezTo>
                    <a:cubicBezTo>
                      <a:pt x="266" y="243"/>
                      <a:pt x="266" y="243"/>
                      <a:pt x="266" y="243"/>
                    </a:cubicBezTo>
                    <a:cubicBezTo>
                      <a:pt x="266" y="249"/>
                      <a:pt x="266" y="249"/>
                      <a:pt x="266" y="249"/>
                    </a:cubicBezTo>
                    <a:cubicBezTo>
                      <a:pt x="262" y="254"/>
                      <a:pt x="262" y="254"/>
                      <a:pt x="262" y="254"/>
                    </a:cubicBezTo>
                    <a:cubicBezTo>
                      <a:pt x="259" y="259"/>
                      <a:pt x="259" y="259"/>
                      <a:pt x="259" y="259"/>
                    </a:cubicBezTo>
                    <a:cubicBezTo>
                      <a:pt x="213" y="267"/>
                      <a:pt x="213" y="267"/>
                      <a:pt x="213" y="267"/>
                    </a:cubicBezTo>
                    <a:cubicBezTo>
                      <a:pt x="212" y="265"/>
                      <a:pt x="212" y="265"/>
                      <a:pt x="212" y="265"/>
                    </a:cubicBezTo>
                    <a:cubicBezTo>
                      <a:pt x="141" y="270"/>
                      <a:pt x="141" y="270"/>
                      <a:pt x="141" y="270"/>
                    </a:cubicBezTo>
                    <a:cubicBezTo>
                      <a:pt x="146" y="265"/>
                      <a:pt x="146" y="265"/>
                      <a:pt x="146" y="265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6" y="245"/>
                      <a:pt x="156" y="245"/>
                      <a:pt x="156" y="245"/>
                    </a:cubicBezTo>
                    <a:cubicBezTo>
                      <a:pt x="158" y="235"/>
                      <a:pt x="158" y="235"/>
                      <a:pt x="158" y="235"/>
                    </a:cubicBezTo>
                    <a:cubicBezTo>
                      <a:pt x="157" y="217"/>
                      <a:pt x="157" y="217"/>
                      <a:pt x="157" y="217"/>
                    </a:cubicBezTo>
                    <a:cubicBezTo>
                      <a:pt x="157" y="209"/>
                      <a:pt x="157" y="209"/>
                      <a:pt x="157" y="209"/>
                    </a:cubicBezTo>
                    <a:cubicBezTo>
                      <a:pt x="153" y="203"/>
                      <a:pt x="153" y="203"/>
                      <a:pt x="153" y="203"/>
                    </a:cubicBezTo>
                    <a:cubicBezTo>
                      <a:pt x="149" y="195"/>
                      <a:pt x="149" y="195"/>
                      <a:pt x="149" y="195"/>
                    </a:cubicBezTo>
                    <a:cubicBezTo>
                      <a:pt x="145" y="191"/>
                      <a:pt x="145" y="191"/>
                      <a:pt x="145" y="191"/>
                    </a:cubicBezTo>
                    <a:cubicBezTo>
                      <a:pt x="142" y="184"/>
                      <a:pt x="142" y="184"/>
                      <a:pt x="142" y="184"/>
                    </a:cubicBezTo>
                    <a:cubicBezTo>
                      <a:pt x="144" y="179"/>
                      <a:pt x="144" y="179"/>
                      <a:pt x="144" y="179"/>
                    </a:cubicBezTo>
                    <a:cubicBezTo>
                      <a:pt x="146" y="177"/>
                      <a:pt x="146" y="177"/>
                      <a:pt x="146" y="177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4" y="165"/>
                      <a:pt x="144" y="165"/>
                      <a:pt x="144" y="165"/>
                    </a:cubicBezTo>
                    <a:cubicBezTo>
                      <a:pt x="141" y="162"/>
                      <a:pt x="141" y="162"/>
                      <a:pt x="141" y="162"/>
                    </a:cubicBezTo>
                    <a:cubicBezTo>
                      <a:pt x="144" y="160"/>
                      <a:pt x="144" y="160"/>
                      <a:pt x="144" y="160"/>
                    </a:cubicBezTo>
                    <a:cubicBezTo>
                      <a:pt x="145" y="155"/>
                      <a:pt x="145" y="155"/>
                      <a:pt x="145" y="155"/>
                    </a:cubicBezTo>
                    <a:cubicBezTo>
                      <a:pt x="146" y="150"/>
                      <a:pt x="146" y="150"/>
                      <a:pt x="146" y="150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39"/>
                      <a:pt x="148" y="139"/>
                      <a:pt x="148" y="139"/>
                    </a:cubicBezTo>
                    <a:cubicBezTo>
                      <a:pt x="147" y="135"/>
                      <a:pt x="147" y="135"/>
                      <a:pt x="147" y="135"/>
                    </a:cubicBezTo>
                    <a:cubicBezTo>
                      <a:pt x="148" y="130"/>
                      <a:pt x="148" y="130"/>
                      <a:pt x="148" y="130"/>
                    </a:cubicBezTo>
                    <a:cubicBezTo>
                      <a:pt x="151" y="126"/>
                      <a:pt x="151" y="126"/>
                      <a:pt x="151" y="126"/>
                    </a:cubicBezTo>
                    <a:cubicBezTo>
                      <a:pt x="153" y="122"/>
                      <a:pt x="153" y="122"/>
                      <a:pt x="153" y="122"/>
                    </a:cubicBezTo>
                    <a:cubicBezTo>
                      <a:pt x="153" y="117"/>
                      <a:pt x="153" y="117"/>
                      <a:pt x="153" y="117"/>
                    </a:cubicBezTo>
                    <a:cubicBezTo>
                      <a:pt x="157" y="116"/>
                      <a:pt x="157" y="116"/>
                      <a:pt x="157" y="116"/>
                    </a:cubicBezTo>
                    <a:cubicBezTo>
                      <a:pt x="163" y="116"/>
                      <a:pt x="163" y="116"/>
                      <a:pt x="163" y="116"/>
                    </a:cubicBezTo>
                    <a:cubicBezTo>
                      <a:pt x="165" y="108"/>
                      <a:pt x="165" y="108"/>
                      <a:pt x="165" y="108"/>
                    </a:cubicBezTo>
                    <a:cubicBezTo>
                      <a:pt x="166" y="106"/>
                      <a:pt x="166" y="106"/>
                      <a:pt x="166" y="106"/>
                    </a:cubicBezTo>
                    <a:cubicBezTo>
                      <a:pt x="168" y="105"/>
                      <a:pt x="168" y="105"/>
                      <a:pt x="168" y="105"/>
                    </a:cubicBezTo>
                    <a:cubicBezTo>
                      <a:pt x="171" y="114"/>
                      <a:pt x="171" y="114"/>
                      <a:pt x="171" y="114"/>
                    </a:cubicBezTo>
                    <a:cubicBezTo>
                      <a:pt x="167" y="119"/>
                      <a:pt x="167" y="119"/>
                      <a:pt x="167" y="119"/>
                    </a:cubicBezTo>
                    <a:cubicBezTo>
                      <a:pt x="167" y="121"/>
                      <a:pt x="167" y="121"/>
                      <a:pt x="167" y="121"/>
                    </a:cubicBezTo>
                    <a:cubicBezTo>
                      <a:pt x="167" y="121"/>
                      <a:pt x="168" y="122"/>
                      <a:pt x="169" y="122"/>
                    </a:cubicBez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70" y="122"/>
                      <a:pt x="172" y="121"/>
                      <a:pt x="172" y="121"/>
                    </a:cubicBezTo>
                    <a:cubicBezTo>
                      <a:pt x="172" y="120"/>
                      <a:pt x="173" y="117"/>
                      <a:pt x="173" y="117"/>
                    </a:cubicBezTo>
                    <a:cubicBezTo>
                      <a:pt x="174" y="116"/>
                      <a:pt x="174" y="116"/>
                      <a:pt x="174" y="116"/>
                    </a:cubicBez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5" y="104"/>
                      <a:pt x="175" y="104"/>
                      <a:pt x="175" y="104"/>
                    </a:cubicBezTo>
                    <a:cubicBezTo>
                      <a:pt x="175" y="100"/>
                      <a:pt x="175" y="100"/>
                      <a:pt x="175" y="100"/>
                    </a:cubicBezTo>
                    <a:cubicBezTo>
                      <a:pt x="178" y="96"/>
                      <a:pt x="178" y="96"/>
                      <a:pt x="178" y="96"/>
                    </a:cubicBezTo>
                    <a:cubicBezTo>
                      <a:pt x="180" y="94"/>
                      <a:pt x="180" y="94"/>
                      <a:pt x="180" y="94"/>
                    </a:cubicBezTo>
                    <a:cubicBezTo>
                      <a:pt x="185" y="93"/>
                      <a:pt x="185" y="93"/>
                      <a:pt x="185" y="93"/>
                    </a:cubicBezTo>
                    <a:cubicBezTo>
                      <a:pt x="187" y="91"/>
                      <a:pt x="187" y="91"/>
                      <a:pt x="187" y="91"/>
                    </a:cubicBezTo>
                    <a:cubicBezTo>
                      <a:pt x="183" y="87"/>
                      <a:pt x="183" y="87"/>
                      <a:pt x="183" y="87"/>
                    </a:cubicBezTo>
                    <a:cubicBezTo>
                      <a:pt x="182" y="84"/>
                      <a:pt x="182" y="84"/>
                      <a:pt x="182" y="84"/>
                    </a:cubicBezTo>
                    <a:cubicBezTo>
                      <a:pt x="184" y="81"/>
                      <a:pt x="184" y="81"/>
                      <a:pt x="184" y="81"/>
                    </a:cubicBezTo>
                    <a:cubicBezTo>
                      <a:pt x="186" y="78"/>
                      <a:pt x="186" y="78"/>
                      <a:pt x="186" y="78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7" y="75"/>
                      <a:pt x="187" y="75"/>
                      <a:pt x="187" y="75"/>
                    </a:cubicBezTo>
                    <a:cubicBezTo>
                      <a:pt x="188" y="74"/>
                      <a:pt x="188" y="74"/>
                      <a:pt x="188" y="74"/>
                    </a:cubicBezTo>
                    <a:cubicBezTo>
                      <a:pt x="188" y="74"/>
                      <a:pt x="188" y="74"/>
                      <a:pt x="189" y="74"/>
                    </a:cubicBezTo>
                    <a:cubicBezTo>
                      <a:pt x="189" y="74"/>
                      <a:pt x="193" y="73"/>
                      <a:pt x="193" y="73"/>
                    </a:cubicBezTo>
                    <a:cubicBezTo>
                      <a:pt x="195" y="73"/>
                      <a:pt x="195" y="73"/>
                      <a:pt x="195" y="73"/>
                    </a:cubicBezTo>
                    <a:cubicBezTo>
                      <a:pt x="193" y="70"/>
                      <a:pt x="193" y="70"/>
                      <a:pt x="193" y="70"/>
                    </a:cubicBezTo>
                    <a:cubicBezTo>
                      <a:pt x="189" y="67"/>
                      <a:pt x="189" y="67"/>
                      <a:pt x="189" y="67"/>
                    </a:cubicBezTo>
                    <a:cubicBezTo>
                      <a:pt x="187" y="65"/>
                      <a:pt x="187" y="65"/>
                      <a:pt x="187" y="65"/>
                    </a:cubicBezTo>
                    <a:cubicBezTo>
                      <a:pt x="184" y="63"/>
                      <a:pt x="184" y="63"/>
                      <a:pt x="184" y="63"/>
                    </a:cubicBezTo>
                    <a:cubicBezTo>
                      <a:pt x="179" y="61"/>
                      <a:pt x="179" y="61"/>
                      <a:pt x="179" y="61"/>
                    </a:cubicBezTo>
                    <a:cubicBezTo>
                      <a:pt x="170" y="60"/>
                      <a:pt x="170" y="60"/>
                      <a:pt x="170" y="60"/>
                    </a:cubicBezTo>
                    <a:cubicBezTo>
                      <a:pt x="163" y="64"/>
                      <a:pt x="163" y="64"/>
                      <a:pt x="163" y="64"/>
                    </a:cubicBezTo>
                    <a:cubicBezTo>
                      <a:pt x="159" y="68"/>
                      <a:pt x="159" y="68"/>
                      <a:pt x="159" y="68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44" y="69"/>
                      <a:pt x="144" y="69"/>
                      <a:pt x="144" y="69"/>
                    </a:cubicBezTo>
                    <a:cubicBezTo>
                      <a:pt x="140" y="72"/>
                      <a:pt x="140" y="72"/>
                      <a:pt x="140" y="72"/>
                    </a:cubicBezTo>
                    <a:cubicBezTo>
                      <a:pt x="135" y="81"/>
                      <a:pt x="135" y="81"/>
                      <a:pt x="135" y="81"/>
                    </a:cubicBezTo>
                    <a:cubicBezTo>
                      <a:pt x="129" y="85"/>
                      <a:pt x="129" y="85"/>
                      <a:pt x="129" y="85"/>
                    </a:cubicBezTo>
                    <a:cubicBezTo>
                      <a:pt x="128" y="84"/>
                      <a:pt x="128" y="84"/>
                      <a:pt x="128" y="84"/>
                    </a:cubicBezTo>
                    <a:cubicBezTo>
                      <a:pt x="130" y="80"/>
                      <a:pt x="130" y="80"/>
                      <a:pt x="130" y="80"/>
                    </a:cubicBezTo>
                    <a:cubicBezTo>
                      <a:pt x="133" y="77"/>
                      <a:pt x="133" y="77"/>
                      <a:pt x="133" y="77"/>
                    </a:cubicBezTo>
                    <a:cubicBezTo>
                      <a:pt x="131" y="74"/>
                      <a:pt x="131" y="74"/>
                      <a:pt x="131" y="74"/>
                    </a:cubicBezTo>
                    <a:cubicBezTo>
                      <a:pt x="127" y="76"/>
                      <a:pt x="127" y="76"/>
                      <a:pt x="127" y="76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3" y="81"/>
                      <a:pt x="123" y="81"/>
                      <a:pt x="123" y="81"/>
                    </a:cubicBezTo>
                    <a:cubicBezTo>
                      <a:pt x="121" y="82"/>
                      <a:pt x="121" y="82"/>
                      <a:pt x="121" y="82"/>
                    </a:cubicBezTo>
                    <a:cubicBezTo>
                      <a:pt x="120" y="82"/>
                      <a:pt x="120" y="82"/>
                      <a:pt x="120" y="82"/>
                    </a:cubicBezTo>
                    <a:cubicBezTo>
                      <a:pt x="118" y="75"/>
                      <a:pt x="118" y="75"/>
                      <a:pt x="118" y="75"/>
                    </a:cubicBezTo>
                    <a:cubicBezTo>
                      <a:pt x="117" y="75"/>
                      <a:pt x="117" y="75"/>
                      <a:pt x="117" y="75"/>
                    </a:cubicBezTo>
                    <a:cubicBezTo>
                      <a:pt x="115" y="81"/>
                      <a:pt x="115" y="81"/>
                      <a:pt x="115" y="81"/>
                    </a:cubicBezTo>
                    <a:cubicBezTo>
                      <a:pt x="114" y="85"/>
                      <a:pt x="114" y="85"/>
                      <a:pt x="114" y="85"/>
                    </a:cubicBezTo>
                    <a:cubicBezTo>
                      <a:pt x="110" y="90"/>
                      <a:pt x="110" y="90"/>
                      <a:pt x="110" y="90"/>
                    </a:cubicBezTo>
                    <a:cubicBezTo>
                      <a:pt x="107" y="101"/>
                      <a:pt x="107" y="101"/>
                      <a:pt x="107" y="101"/>
                    </a:cubicBezTo>
                    <a:cubicBezTo>
                      <a:pt x="105" y="107"/>
                      <a:pt x="105" y="107"/>
                      <a:pt x="105" y="107"/>
                    </a:cubicBezTo>
                    <a:cubicBezTo>
                      <a:pt x="99" y="112"/>
                      <a:pt x="99" y="112"/>
                      <a:pt x="99" y="112"/>
                    </a:cubicBezTo>
                    <a:cubicBezTo>
                      <a:pt x="97" y="108"/>
                      <a:pt x="97" y="108"/>
                      <a:pt x="97" y="108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95" y="100"/>
                      <a:pt x="95" y="100"/>
                      <a:pt x="95" y="100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88"/>
                      <a:pt x="93" y="88"/>
                      <a:pt x="93" y="88"/>
                    </a:cubicBezTo>
                    <a:cubicBezTo>
                      <a:pt x="90" y="85"/>
                      <a:pt x="90" y="85"/>
                      <a:pt x="90" y="85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75" y="76"/>
                      <a:pt x="75" y="76"/>
                      <a:pt x="75" y="76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50" y="73"/>
                      <a:pt x="50" y="73"/>
                      <a:pt x="50" y="73"/>
                    </a:cubicBezTo>
                    <a:cubicBezTo>
                      <a:pt x="49" y="71"/>
                      <a:pt x="49" y="71"/>
                      <a:pt x="49" y="71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36" y="67"/>
                      <a:pt x="36" y="67"/>
                      <a:pt x="36" y="67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21" y="62"/>
                      <a:pt x="21" y="62"/>
                      <a:pt x="21" y="62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0" y="5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2" name="Freeform 51">
                <a:extLst>
                  <a:ext uri="{FF2B5EF4-FFF2-40B4-BE49-F238E27FC236}">
                    <a16:creationId xmlns:a16="http://schemas.microsoft.com/office/drawing/2014/main" id="{7D60D41C-715B-E00E-A2B8-863344217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5365" y="1790522"/>
                <a:ext cx="252208" cy="268598"/>
              </a:xfrm>
              <a:custGeom>
                <a:avLst/>
                <a:gdLst>
                  <a:gd name="T0" fmla="*/ 175 w 201"/>
                  <a:gd name="T1" fmla="*/ 65 h 213"/>
                  <a:gd name="T2" fmla="*/ 172 w 201"/>
                  <a:gd name="T3" fmla="*/ 53 h 213"/>
                  <a:gd name="T4" fmla="*/ 157 w 201"/>
                  <a:gd name="T5" fmla="*/ 44 h 213"/>
                  <a:gd name="T6" fmla="*/ 140 w 201"/>
                  <a:gd name="T7" fmla="*/ 42 h 213"/>
                  <a:gd name="T8" fmla="*/ 125 w 201"/>
                  <a:gd name="T9" fmla="*/ 36 h 213"/>
                  <a:gd name="T10" fmla="*/ 103 w 201"/>
                  <a:gd name="T11" fmla="*/ 30 h 213"/>
                  <a:gd name="T12" fmla="*/ 93 w 201"/>
                  <a:gd name="T13" fmla="*/ 27 h 213"/>
                  <a:gd name="T14" fmla="*/ 82 w 201"/>
                  <a:gd name="T15" fmla="*/ 20 h 213"/>
                  <a:gd name="T16" fmla="*/ 78 w 201"/>
                  <a:gd name="T17" fmla="*/ 18 h 213"/>
                  <a:gd name="T18" fmla="*/ 70 w 201"/>
                  <a:gd name="T19" fmla="*/ 17 h 213"/>
                  <a:gd name="T20" fmla="*/ 67 w 201"/>
                  <a:gd name="T21" fmla="*/ 15 h 213"/>
                  <a:gd name="T22" fmla="*/ 70 w 201"/>
                  <a:gd name="T23" fmla="*/ 2 h 213"/>
                  <a:gd name="T24" fmla="*/ 61 w 201"/>
                  <a:gd name="T25" fmla="*/ 3 h 213"/>
                  <a:gd name="T26" fmla="*/ 47 w 201"/>
                  <a:gd name="T27" fmla="*/ 9 h 213"/>
                  <a:gd name="T28" fmla="*/ 33 w 201"/>
                  <a:gd name="T29" fmla="*/ 16 h 213"/>
                  <a:gd name="T30" fmla="*/ 21 w 201"/>
                  <a:gd name="T31" fmla="*/ 15 h 213"/>
                  <a:gd name="T32" fmla="*/ 5 w 201"/>
                  <a:gd name="T33" fmla="*/ 55 h 213"/>
                  <a:gd name="T34" fmla="*/ 7 w 201"/>
                  <a:gd name="T35" fmla="*/ 72 h 213"/>
                  <a:gd name="T36" fmla="*/ 10 w 201"/>
                  <a:gd name="T37" fmla="*/ 112 h 213"/>
                  <a:gd name="T38" fmla="*/ 42 w 201"/>
                  <a:gd name="T39" fmla="*/ 135 h 213"/>
                  <a:gd name="T40" fmla="*/ 60 w 201"/>
                  <a:gd name="T41" fmla="*/ 152 h 213"/>
                  <a:gd name="T42" fmla="*/ 63 w 201"/>
                  <a:gd name="T43" fmla="*/ 173 h 213"/>
                  <a:gd name="T44" fmla="*/ 65 w 201"/>
                  <a:gd name="T45" fmla="*/ 187 h 213"/>
                  <a:gd name="T46" fmla="*/ 67 w 201"/>
                  <a:gd name="T47" fmla="*/ 203 h 213"/>
                  <a:gd name="T48" fmla="*/ 82 w 201"/>
                  <a:gd name="T49" fmla="*/ 209 h 213"/>
                  <a:gd name="T50" fmla="*/ 184 w 201"/>
                  <a:gd name="T51" fmla="*/ 195 h 213"/>
                  <a:gd name="T52" fmla="*/ 178 w 201"/>
                  <a:gd name="T53" fmla="*/ 172 h 213"/>
                  <a:gd name="T54" fmla="*/ 182 w 201"/>
                  <a:gd name="T55" fmla="*/ 155 h 213"/>
                  <a:gd name="T56" fmla="*/ 182 w 201"/>
                  <a:gd name="T57" fmla="*/ 140 h 213"/>
                  <a:gd name="T58" fmla="*/ 184 w 201"/>
                  <a:gd name="T59" fmla="*/ 131 h 213"/>
                  <a:gd name="T60" fmla="*/ 186 w 201"/>
                  <a:gd name="T61" fmla="*/ 121 h 213"/>
                  <a:gd name="T62" fmla="*/ 188 w 201"/>
                  <a:gd name="T63" fmla="*/ 105 h 213"/>
                  <a:gd name="T64" fmla="*/ 197 w 201"/>
                  <a:gd name="T65" fmla="*/ 85 h 213"/>
                  <a:gd name="T66" fmla="*/ 201 w 201"/>
                  <a:gd name="T67" fmla="*/ 79 h 213"/>
                  <a:gd name="T68" fmla="*/ 201 w 201"/>
                  <a:gd name="T69" fmla="*/ 73 h 213"/>
                  <a:gd name="T70" fmla="*/ 194 w 201"/>
                  <a:gd name="T71" fmla="*/ 79 h 213"/>
                  <a:gd name="T72" fmla="*/ 187 w 201"/>
                  <a:gd name="T73" fmla="*/ 92 h 213"/>
                  <a:gd name="T74" fmla="*/ 177 w 201"/>
                  <a:gd name="T75" fmla="*/ 101 h 213"/>
                  <a:gd name="T76" fmla="*/ 168 w 201"/>
                  <a:gd name="T77" fmla="*/ 107 h 213"/>
                  <a:gd name="T78" fmla="*/ 174 w 201"/>
                  <a:gd name="T79" fmla="*/ 93 h 213"/>
                  <a:gd name="T80" fmla="*/ 179 w 201"/>
                  <a:gd name="T81" fmla="*/ 87 h 213"/>
                  <a:gd name="T82" fmla="*/ 180 w 201"/>
                  <a:gd name="T83" fmla="*/ 78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01" h="213">
                    <a:moveTo>
                      <a:pt x="178" y="69"/>
                    </a:moveTo>
                    <a:cubicBezTo>
                      <a:pt x="177" y="68"/>
                      <a:pt x="177" y="68"/>
                      <a:pt x="177" y="68"/>
                    </a:cubicBezTo>
                    <a:cubicBezTo>
                      <a:pt x="175" y="65"/>
                      <a:pt x="175" y="65"/>
                      <a:pt x="175" y="65"/>
                    </a:cubicBezTo>
                    <a:cubicBezTo>
                      <a:pt x="176" y="62"/>
                      <a:pt x="176" y="62"/>
                      <a:pt x="176" y="62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3"/>
                      <a:pt x="172" y="53"/>
                      <a:pt x="172" y="53"/>
                    </a:cubicBezTo>
                    <a:cubicBezTo>
                      <a:pt x="166" y="49"/>
                      <a:pt x="166" y="49"/>
                      <a:pt x="166" y="49"/>
                    </a:cubicBezTo>
                    <a:cubicBezTo>
                      <a:pt x="164" y="45"/>
                      <a:pt x="164" y="45"/>
                      <a:pt x="164" y="45"/>
                    </a:cubicBezTo>
                    <a:cubicBezTo>
                      <a:pt x="157" y="44"/>
                      <a:pt x="157" y="44"/>
                      <a:pt x="157" y="44"/>
                    </a:cubicBezTo>
                    <a:cubicBezTo>
                      <a:pt x="148" y="44"/>
                      <a:pt x="148" y="44"/>
                      <a:pt x="148" y="44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0" y="42"/>
                      <a:pt x="140" y="42"/>
                      <a:pt x="140" y="42"/>
                    </a:cubicBezTo>
                    <a:cubicBezTo>
                      <a:pt x="132" y="41"/>
                      <a:pt x="132" y="41"/>
                      <a:pt x="132" y="41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25" y="36"/>
                      <a:pt x="125" y="36"/>
                      <a:pt x="125" y="36"/>
                    </a:cubicBezTo>
                    <a:cubicBezTo>
                      <a:pt x="118" y="35"/>
                      <a:pt x="118" y="35"/>
                      <a:pt x="118" y="35"/>
                    </a:cubicBezTo>
                    <a:cubicBezTo>
                      <a:pt x="111" y="33"/>
                      <a:pt x="111" y="33"/>
                      <a:pt x="111" y="33"/>
                    </a:cubicBezTo>
                    <a:cubicBezTo>
                      <a:pt x="103" y="30"/>
                      <a:pt x="103" y="30"/>
                      <a:pt x="103" y="30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2" y="15"/>
                      <a:pt x="72" y="15"/>
                      <a:pt x="72" y="15"/>
                    </a:cubicBezTo>
                    <a:cubicBezTo>
                      <a:pt x="70" y="17"/>
                      <a:pt x="70" y="17"/>
                      <a:pt x="70" y="1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6" y="17"/>
                      <a:pt x="66" y="17"/>
                      <a:pt x="66" y="17"/>
                    </a:cubicBezTo>
                    <a:cubicBezTo>
                      <a:pt x="67" y="15"/>
                      <a:pt x="67" y="15"/>
                      <a:pt x="67" y="15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9" y="7"/>
                      <a:pt x="69" y="7"/>
                      <a:pt x="69" y="7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5" y="89"/>
                      <a:pt x="5" y="89"/>
                      <a:pt x="5" y="89"/>
                    </a:cubicBezTo>
                    <a:cubicBezTo>
                      <a:pt x="4" y="107"/>
                      <a:pt x="4" y="107"/>
                      <a:pt x="4" y="107"/>
                    </a:cubicBezTo>
                    <a:cubicBezTo>
                      <a:pt x="10" y="112"/>
                      <a:pt x="10" y="112"/>
                      <a:pt x="10" y="112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33" y="125"/>
                      <a:pt x="33" y="125"/>
                      <a:pt x="33" y="125"/>
                    </a:cubicBezTo>
                    <a:cubicBezTo>
                      <a:pt x="42" y="135"/>
                      <a:pt x="42" y="135"/>
                      <a:pt x="42" y="135"/>
                    </a:cubicBezTo>
                    <a:cubicBezTo>
                      <a:pt x="45" y="139"/>
                      <a:pt x="45" y="139"/>
                      <a:pt x="45" y="139"/>
                    </a:cubicBezTo>
                    <a:cubicBezTo>
                      <a:pt x="52" y="144"/>
                      <a:pt x="52" y="144"/>
                      <a:pt x="52" y="144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61" y="159"/>
                      <a:pt x="61" y="159"/>
                      <a:pt x="61" y="15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3" y="173"/>
                      <a:pt x="63" y="173"/>
                      <a:pt x="63" y="173"/>
                    </a:cubicBezTo>
                    <a:cubicBezTo>
                      <a:pt x="65" y="176"/>
                      <a:pt x="65" y="176"/>
                      <a:pt x="65" y="176"/>
                    </a:cubicBezTo>
                    <a:cubicBezTo>
                      <a:pt x="65" y="183"/>
                      <a:pt x="65" y="183"/>
                      <a:pt x="65" y="183"/>
                    </a:cubicBezTo>
                    <a:cubicBezTo>
                      <a:pt x="65" y="187"/>
                      <a:pt x="65" y="187"/>
                      <a:pt x="65" y="187"/>
                    </a:cubicBezTo>
                    <a:cubicBezTo>
                      <a:pt x="65" y="193"/>
                      <a:pt x="65" y="193"/>
                      <a:pt x="65" y="193"/>
                    </a:cubicBezTo>
                    <a:cubicBezTo>
                      <a:pt x="67" y="198"/>
                      <a:pt x="67" y="198"/>
                      <a:pt x="67" y="198"/>
                    </a:cubicBezTo>
                    <a:cubicBezTo>
                      <a:pt x="67" y="203"/>
                      <a:pt x="67" y="203"/>
                      <a:pt x="67" y="203"/>
                    </a:cubicBezTo>
                    <a:cubicBezTo>
                      <a:pt x="72" y="203"/>
                      <a:pt x="72" y="203"/>
                      <a:pt x="72" y="203"/>
                    </a:cubicBezTo>
                    <a:cubicBezTo>
                      <a:pt x="72" y="203"/>
                      <a:pt x="76" y="207"/>
                      <a:pt x="77" y="207"/>
                    </a:cubicBezTo>
                    <a:cubicBezTo>
                      <a:pt x="78" y="207"/>
                      <a:pt x="82" y="209"/>
                      <a:pt x="82" y="209"/>
                    </a:cubicBezTo>
                    <a:cubicBezTo>
                      <a:pt x="85" y="213"/>
                      <a:pt x="85" y="213"/>
                      <a:pt x="85" y="213"/>
                    </a:cubicBezTo>
                    <a:cubicBezTo>
                      <a:pt x="184" y="207"/>
                      <a:pt x="184" y="207"/>
                      <a:pt x="184" y="207"/>
                    </a:cubicBezTo>
                    <a:cubicBezTo>
                      <a:pt x="184" y="195"/>
                      <a:pt x="184" y="195"/>
                      <a:pt x="184" y="195"/>
                    </a:cubicBezTo>
                    <a:cubicBezTo>
                      <a:pt x="184" y="191"/>
                      <a:pt x="184" y="191"/>
                      <a:pt x="184" y="191"/>
                    </a:cubicBezTo>
                    <a:cubicBezTo>
                      <a:pt x="179" y="179"/>
                      <a:pt x="179" y="179"/>
                      <a:pt x="179" y="179"/>
                    </a:cubicBezTo>
                    <a:cubicBezTo>
                      <a:pt x="178" y="172"/>
                      <a:pt x="178" y="172"/>
                      <a:pt x="178" y="172"/>
                    </a:cubicBezTo>
                    <a:cubicBezTo>
                      <a:pt x="179" y="164"/>
                      <a:pt x="179" y="164"/>
                      <a:pt x="179" y="164"/>
                    </a:cubicBezTo>
                    <a:cubicBezTo>
                      <a:pt x="181" y="158"/>
                      <a:pt x="181" y="158"/>
                      <a:pt x="181" y="158"/>
                    </a:cubicBezTo>
                    <a:cubicBezTo>
                      <a:pt x="182" y="155"/>
                      <a:pt x="182" y="155"/>
                      <a:pt x="182" y="155"/>
                    </a:cubicBezTo>
                    <a:cubicBezTo>
                      <a:pt x="184" y="152"/>
                      <a:pt x="184" y="152"/>
                      <a:pt x="184" y="152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0"/>
                      <a:pt x="182" y="140"/>
                      <a:pt x="182" y="140"/>
                    </a:cubicBezTo>
                    <a:cubicBezTo>
                      <a:pt x="182" y="136"/>
                      <a:pt x="182" y="136"/>
                      <a:pt x="182" y="136"/>
                    </a:cubicBezTo>
                    <a:cubicBezTo>
                      <a:pt x="184" y="133"/>
                      <a:pt x="184" y="133"/>
                      <a:pt x="184" y="133"/>
                    </a:cubicBezTo>
                    <a:cubicBezTo>
                      <a:pt x="184" y="131"/>
                      <a:pt x="184" y="131"/>
                      <a:pt x="184" y="131"/>
                    </a:cubicBezTo>
                    <a:cubicBezTo>
                      <a:pt x="188" y="127"/>
                      <a:pt x="188" y="127"/>
                      <a:pt x="188" y="127"/>
                    </a:cubicBezTo>
                    <a:cubicBezTo>
                      <a:pt x="188" y="125"/>
                      <a:pt x="188" y="125"/>
                      <a:pt x="188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6" y="118"/>
                      <a:pt x="186" y="118"/>
                      <a:pt x="186" y="118"/>
                    </a:cubicBezTo>
                    <a:cubicBezTo>
                      <a:pt x="187" y="110"/>
                      <a:pt x="187" y="110"/>
                      <a:pt x="187" y="110"/>
                    </a:cubicBezTo>
                    <a:cubicBezTo>
                      <a:pt x="188" y="105"/>
                      <a:pt x="188" y="105"/>
                      <a:pt x="188" y="105"/>
                    </a:cubicBezTo>
                    <a:cubicBezTo>
                      <a:pt x="191" y="99"/>
                      <a:pt x="191" y="99"/>
                      <a:pt x="191" y="99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7" y="85"/>
                      <a:pt x="197" y="85"/>
                      <a:pt x="197" y="85"/>
                    </a:cubicBezTo>
                    <a:cubicBezTo>
                      <a:pt x="197" y="82"/>
                      <a:pt x="197" y="82"/>
                      <a:pt x="197" y="82"/>
                    </a:cubicBezTo>
                    <a:cubicBezTo>
                      <a:pt x="201" y="81"/>
                      <a:pt x="201" y="81"/>
                      <a:pt x="201" y="81"/>
                    </a:cubicBezTo>
                    <a:cubicBezTo>
                      <a:pt x="201" y="79"/>
                      <a:pt x="201" y="79"/>
                      <a:pt x="201" y="79"/>
                    </a:cubicBezTo>
                    <a:cubicBezTo>
                      <a:pt x="201" y="77"/>
                      <a:pt x="201" y="77"/>
                      <a:pt x="201" y="77"/>
                    </a:cubicBezTo>
                    <a:cubicBezTo>
                      <a:pt x="201" y="75"/>
                      <a:pt x="201" y="75"/>
                      <a:pt x="201" y="75"/>
                    </a:cubicBezTo>
                    <a:cubicBezTo>
                      <a:pt x="201" y="73"/>
                      <a:pt x="201" y="73"/>
                      <a:pt x="201" y="73"/>
                    </a:cubicBezTo>
                    <a:cubicBezTo>
                      <a:pt x="201" y="71"/>
                      <a:pt x="201" y="71"/>
                      <a:pt x="201" y="71"/>
                    </a:cubicBezTo>
                    <a:cubicBezTo>
                      <a:pt x="197" y="75"/>
                      <a:pt x="197" y="75"/>
                      <a:pt x="197" y="75"/>
                    </a:cubicBezTo>
                    <a:cubicBezTo>
                      <a:pt x="194" y="79"/>
                      <a:pt x="194" y="79"/>
                      <a:pt x="194" y="79"/>
                    </a:cubicBezTo>
                    <a:cubicBezTo>
                      <a:pt x="193" y="84"/>
                      <a:pt x="193" y="84"/>
                      <a:pt x="193" y="8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1" y="95"/>
                      <a:pt x="181" y="95"/>
                      <a:pt x="181" y="95"/>
                    </a:cubicBezTo>
                    <a:cubicBezTo>
                      <a:pt x="178" y="99"/>
                      <a:pt x="178" y="99"/>
                      <a:pt x="178" y="99"/>
                    </a:cubicBezTo>
                    <a:cubicBezTo>
                      <a:pt x="177" y="101"/>
                      <a:pt x="177" y="101"/>
                      <a:pt x="177" y="101"/>
                    </a:cubicBezTo>
                    <a:cubicBezTo>
                      <a:pt x="175" y="105"/>
                      <a:pt x="175" y="105"/>
                      <a:pt x="175" y="105"/>
                    </a:cubicBezTo>
                    <a:cubicBezTo>
                      <a:pt x="171" y="110"/>
                      <a:pt x="171" y="110"/>
                      <a:pt x="171" y="110"/>
                    </a:cubicBezTo>
                    <a:cubicBezTo>
                      <a:pt x="168" y="107"/>
                      <a:pt x="168" y="107"/>
                      <a:pt x="168" y="107"/>
                    </a:cubicBezTo>
                    <a:cubicBezTo>
                      <a:pt x="171" y="103"/>
                      <a:pt x="171" y="103"/>
                      <a:pt x="171" y="103"/>
                    </a:cubicBezTo>
                    <a:cubicBezTo>
                      <a:pt x="173" y="96"/>
                      <a:pt x="173" y="96"/>
                      <a:pt x="173" y="96"/>
                    </a:cubicBezTo>
                    <a:cubicBezTo>
                      <a:pt x="174" y="93"/>
                      <a:pt x="174" y="93"/>
                      <a:pt x="174" y="93"/>
                    </a:cubicBezTo>
                    <a:cubicBezTo>
                      <a:pt x="175" y="91"/>
                      <a:pt x="175" y="91"/>
                      <a:pt x="175" y="91"/>
                    </a:cubicBezTo>
                    <a:cubicBezTo>
                      <a:pt x="177" y="89"/>
                      <a:pt x="177" y="89"/>
                      <a:pt x="177" y="89"/>
                    </a:cubicBezTo>
                    <a:cubicBezTo>
                      <a:pt x="179" y="87"/>
                      <a:pt x="179" y="87"/>
                      <a:pt x="179" y="87"/>
                    </a:cubicBezTo>
                    <a:cubicBezTo>
                      <a:pt x="180" y="85"/>
                      <a:pt x="180" y="85"/>
                      <a:pt x="180" y="85"/>
                    </a:cubicBezTo>
                    <a:cubicBezTo>
                      <a:pt x="179" y="80"/>
                      <a:pt x="179" y="80"/>
                      <a:pt x="179" y="80"/>
                    </a:cubicBezTo>
                    <a:cubicBezTo>
                      <a:pt x="180" y="78"/>
                      <a:pt x="180" y="78"/>
                      <a:pt x="180" y="78"/>
                    </a:cubicBezTo>
                    <a:cubicBezTo>
                      <a:pt x="179" y="76"/>
                      <a:pt x="179" y="76"/>
                      <a:pt x="179" y="76"/>
                    </a:cubicBezTo>
                    <a:lnTo>
                      <a:pt x="178" y="6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3" name="Freeform 52">
                <a:extLst>
                  <a:ext uri="{FF2B5EF4-FFF2-40B4-BE49-F238E27FC236}">
                    <a16:creationId xmlns:a16="http://schemas.microsoft.com/office/drawing/2014/main" id="{339D805E-2274-1BD4-ED80-9909920DE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74775" y="2044278"/>
                <a:ext cx="201767" cy="231498"/>
              </a:xfrm>
              <a:custGeom>
                <a:avLst/>
                <a:gdLst>
                  <a:gd name="T0" fmla="*/ 114 w 136"/>
                  <a:gd name="T1" fmla="*/ 8 h 156"/>
                  <a:gd name="T2" fmla="*/ 101 w 136"/>
                  <a:gd name="T3" fmla="*/ 17 h 156"/>
                  <a:gd name="T4" fmla="*/ 93 w 136"/>
                  <a:gd name="T5" fmla="*/ 22 h 156"/>
                  <a:gd name="T6" fmla="*/ 88 w 136"/>
                  <a:gd name="T7" fmla="*/ 27 h 156"/>
                  <a:gd name="T8" fmla="*/ 82 w 136"/>
                  <a:gd name="T9" fmla="*/ 27 h 156"/>
                  <a:gd name="T10" fmla="*/ 74 w 136"/>
                  <a:gd name="T11" fmla="*/ 33 h 156"/>
                  <a:gd name="T12" fmla="*/ 69 w 136"/>
                  <a:gd name="T13" fmla="*/ 33 h 156"/>
                  <a:gd name="T14" fmla="*/ 65 w 136"/>
                  <a:gd name="T15" fmla="*/ 31 h 156"/>
                  <a:gd name="T16" fmla="*/ 60 w 136"/>
                  <a:gd name="T17" fmla="*/ 29 h 156"/>
                  <a:gd name="T18" fmla="*/ 55 w 136"/>
                  <a:gd name="T19" fmla="*/ 27 h 156"/>
                  <a:gd name="T20" fmla="*/ 47 w 136"/>
                  <a:gd name="T21" fmla="*/ 23 h 156"/>
                  <a:gd name="T22" fmla="*/ 0 w 136"/>
                  <a:gd name="T23" fmla="*/ 28 h 156"/>
                  <a:gd name="T24" fmla="*/ 16 w 136"/>
                  <a:gd name="T25" fmla="*/ 136 h 156"/>
                  <a:gd name="T26" fmla="*/ 22 w 136"/>
                  <a:gd name="T27" fmla="*/ 133 h 156"/>
                  <a:gd name="T28" fmla="*/ 31 w 136"/>
                  <a:gd name="T29" fmla="*/ 140 h 156"/>
                  <a:gd name="T30" fmla="*/ 34 w 136"/>
                  <a:gd name="T31" fmla="*/ 146 h 156"/>
                  <a:gd name="T32" fmla="*/ 42 w 136"/>
                  <a:gd name="T33" fmla="*/ 148 h 156"/>
                  <a:gd name="T34" fmla="*/ 46 w 136"/>
                  <a:gd name="T35" fmla="*/ 151 h 156"/>
                  <a:gd name="T36" fmla="*/ 49 w 136"/>
                  <a:gd name="T37" fmla="*/ 149 h 156"/>
                  <a:gd name="T38" fmla="*/ 52 w 136"/>
                  <a:gd name="T39" fmla="*/ 146 h 156"/>
                  <a:gd name="T40" fmla="*/ 60 w 136"/>
                  <a:gd name="T41" fmla="*/ 150 h 156"/>
                  <a:gd name="T42" fmla="*/ 67 w 136"/>
                  <a:gd name="T43" fmla="*/ 148 h 156"/>
                  <a:gd name="T44" fmla="*/ 71 w 136"/>
                  <a:gd name="T45" fmla="*/ 144 h 156"/>
                  <a:gd name="T46" fmla="*/ 75 w 136"/>
                  <a:gd name="T47" fmla="*/ 146 h 156"/>
                  <a:gd name="T48" fmla="*/ 83 w 136"/>
                  <a:gd name="T49" fmla="*/ 155 h 156"/>
                  <a:gd name="T50" fmla="*/ 85 w 136"/>
                  <a:gd name="T51" fmla="*/ 156 h 156"/>
                  <a:gd name="T52" fmla="*/ 92 w 136"/>
                  <a:gd name="T53" fmla="*/ 149 h 156"/>
                  <a:gd name="T54" fmla="*/ 94 w 136"/>
                  <a:gd name="T55" fmla="*/ 142 h 156"/>
                  <a:gd name="T56" fmla="*/ 100 w 136"/>
                  <a:gd name="T57" fmla="*/ 128 h 156"/>
                  <a:gd name="T58" fmla="*/ 105 w 136"/>
                  <a:gd name="T59" fmla="*/ 130 h 156"/>
                  <a:gd name="T60" fmla="*/ 109 w 136"/>
                  <a:gd name="T61" fmla="*/ 116 h 156"/>
                  <a:gd name="T62" fmla="*/ 118 w 136"/>
                  <a:gd name="T63" fmla="*/ 110 h 156"/>
                  <a:gd name="T64" fmla="*/ 129 w 136"/>
                  <a:gd name="T65" fmla="*/ 99 h 156"/>
                  <a:gd name="T66" fmla="*/ 131 w 136"/>
                  <a:gd name="T67" fmla="*/ 91 h 156"/>
                  <a:gd name="T68" fmla="*/ 132 w 136"/>
                  <a:gd name="T69" fmla="*/ 77 h 156"/>
                  <a:gd name="T70" fmla="*/ 133 w 136"/>
                  <a:gd name="T71" fmla="*/ 70 h 156"/>
                  <a:gd name="T72" fmla="*/ 133 w 136"/>
                  <a:gd name="T73" fmla="*/ 61 h 156"/>
                  <a:gd name="T74" fmla="*/ 133 w 136"/>
                  <a:gd name="T75" fmla="*/ 55 h 156"/>
                  <a:gd name="T76" fmla="*/ 126 w 136"/>
                  <a:gd name="T77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156">
                    <a:moveTo>
                      <a:pt x="121" y="5"/>
                    </a:moveTo>
                    <a:lnTo>
                      <a:pt x="114" y="8"/>
                    </a:lnTo>
                    <a:lnTo>
                      <a:pt x="108" y="13"/>
                    </a:lnTo>
                    <a:lnTo>
                      <a:pt x="101" y="17"/>
                    </a:lnTo>
                    <a:lnTo>
                      <a:pt x="96" y="21"/>
                    </a:lnTo>
                    <a:lnTo>
                      <a:pt x="93" y="22"/>
                    </a:lnTo>
                    <a:lnTo>
                      <a:pt x="91" y="24"/>
                    </a:lnTo>
                    <a:lnTo>
                      <a:pt x="88" y="27"/>
                    </a:lnTo>
                    <a:lnTo>
                      <a:pt x="85" y="27"/>
                    </a:lnTo>
                    <a:lnTo>
                      <a:pt x="82" y="27"/>
                    </a:lnTo>
                    <a:lnTo>
                      <a:pt x="78" y="29"/>
                    </a:lnTo>
                    <a:lnTo>
                      <a:pt x="74" y="33"/>
                    </a:lnTo>
                    <a:lnTo>
                      <a:pt x="71" y="33"/>
                    </a:lnTo>
                    <a:lnTo>
                      <a:pt x="69" y="33"/>
                    </a:lnTo>
                    <a:lnTo>
                      <a:pt x="68" y="33"/>
                    </a:lnTo>
                    <a:lnTo>
                      <a:pt x="65" y="31"/>
                    </a:lnTo>
                    <a:lnTo>
                      <a:pt x="62" y="28"/>
                    </a:lnTo>
                    <a:lnTo>
                      <a:pt x="60" y="29"/>
                    </a:lnTo>
                    <a:lnTo>
                      <a:pt x="56" y="28"/>
                    </a:lnTo>
                    <a:lnTo>
                      <a:pt x="55" y="27"/>
                    </a:lnTo>
                    <a:lnTo>
                      <a:pt x="51" y="24"/>
                    </a:lnTo>
                    <a:lnTo>
                      <a:pt x="47" y="23"/>
                    </a:lnTo>
                    <a:lnTo>
                      <a:pt x="39" y="22"/>
                    </a:lnTo>
                    <a:lnTo>
                      <a:pt x="0" y="28"/>
                    </a:lnTo>
                    <a:lnTo>
                      <a:pt x="11" y="134"/>
                    </a:lnTo>
                    <a:lnTo>
                      <a:pt x="16" y="136"/>
                    </a:lnTo>
                    <a:lnTo>
                      <a:pt x="21" y="134"/>
                    </a:lnTo>
                    <a:lnTo>
                      <a:pt x="22" y="133"/>
                    </a:lnTo>
                    <a:lnTo>
                      <a:pt x="27" y="137"/>
                    </a:lnTo>
                    <a:lnTo>
                      <a:pt x="31" y="140"/>
                    </a:lnTo>
                    <a:lnTo>
                      <a:pt x="33" y="144"/>
                    </a:lnTo>
                    <a:lnTo>
                      <a:pt x="34" y="146"/>
                    </a:lnTo>
                    <a:lnTo>
                      <a:pt x="39" y="147"/>
                    </a:lnTo>
                    <a:lnTo>
                      <a:pt x="42" y="148"/>
                    </a:lnTo>
                    <a:lnTo>
                      <a:pt x="44" y="149"/>
                    </a:lnTo>
                    <a:lnTo>
                      <a:pt x="46" y="151"/>
                    </a:lnTo>
                    <a:lnTo>
                      <a:pt x="49" y="150"/>
                    </a:lnTo>
                    <a:lnTo>
                      <a:pt x="49" y="149"/>
                    </a:lnTo>
                    <a:lnTo>
                      <a:pt x="51" y="147"/>
                    </a:lnTo>
                    <a:lnTo>
                      <a:pt x="52" y="146"/>
                    </a:lnTo>
                    <a:lnTo>
                      <a:pt x="55" y="148"/>
                    </a:lnTo>
                    <a:lnTo>
                      <a:pt x="60" y="150"/>
                    </a:lnTo>
                    <a:lnTo>
                      <a:pt x="66" y="149"/>
                    </a:lnTo>
                    <a:lnTo>
                      <a:pt x="67" y="148"/>
                    </a:lnTo>
                    <a:lnTo>
                      <a:pt x="69" y="145"/>
                    </a:lnTo>
                    <a:lnTo>
                      <a:pt x="71" y="144"/>
                    </a:lnTo>
                    <a:lnTo>
                      <a:pt x="72" y="143"/>
                    </a:lnTo>
                    <a:lnTo>
                      <a:pt x="75" y="146"/>
                    </a:lnTo>
                    <a:lnTo>
                      <a:pt x="79" y="151"/>
                    </a:lnTo>
                    <a:lnTo>
                      <a:pt x="83" y="155"/>
                    </a:lnTo>
                    <a:lnTo>
                      <a:pt x="86" y="155"/>
                    </a:lnTo>
                    <a:lnTo>
                      <a:pt x="85" y="156"/>
                    </a:lnTo>
                    <a:lnTo>
                      <a:pt x="88" y="153"/>
                    </a:lnTo>
                    <a:lnTo>
                      <a:pt x="92" y="149"/>
                    </a:lnTo>
                    <a:lnTo>
                      <a:pt x="94" y="146"/>
                    </a:lnTo>
                    <a:lnTo>
                      <a:pt x="94" y="142"/>
                    </a:lnTo>
                    <a:lnTo>
                      <a:pt x="97" y="131"/>
                    </a:lnTo>
                    <a:lnTo>
                      <a:pt x="100" y="128"/>
                    </a:lnTo>
                    <a:lnTo>
                      <a:pt x="104" y="131"/>
                    </a:lnTo>
                    <a:lnTo>
                      <a:pt x="105" y="130"/>
                    </a:lnTo>
                    <a:lnTo>
                      <a:pt x="106" y="120"/>
                    </a:lnTo>
                    <a:lnTo>
                      <a:pt x="109" y="116"/>
                    </a:lnTo>
                    <a:lnTo>
                      <a:pt x="113" y="110"/>
                    </a:lnTo>
                    <a:lnTo>
                      <a:pt x="118" y="110"/>
                    </a:lnTo>
                    <a:lnTo>
                      <a:pt x="121" y="106"/>
                    </a:lnTo>
                    <a:lnTo>
                      <a:pt x="129" y="99"/>
                    </a:lnTo>
                    <a:lnTo>
                      <a:pt x="131" y="94"/>
                    </a:lnTo>
                    <a:lnTo>
                      <a:pt x="131" y="91"/>
                    </a:lnTo>
                    <a:lnTo>
                      <a:pt x="132" y="83"/>
                    </a:lnTo>
                    <a:lnTo>
                      <a:pt x="132" y="77"/>
                    </a:lnTo>
                    <a:lnTo>
                      <a:pt x="133" y="74"/>
                    </a:lnTo>
                    <a:lnTo>
                      <a:pt x="133" y="70"/>
                    </a:lnTo>
                    <a:lnTo>
                      <a:pt x="133" y="62"/>
                    </a:lnTo>
                    <a:lnTo>
                      <a:pt x="133" y="61"/>
                    </a:lnTo>
                    <a:lnTo>
                      <a:pt x="132" y="58"/>
                    </a:lnTo>
                    <a:lnTo>
                      <a:pt x="133" y="55"/>
                    </a:lnTo>
                    <a:lnTo>
                      <a:pt x="136" y="55"/>
                    </a:lnTo>
                    <a:lnTo>
                      <a:pt x="126" y="0"/>
                    </a:lnTo>
                    <a:lnTo>
                      <a:pt x="121" y="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4" name="Freeform 53">
                <a:extLst>
                  <a:ext uri="{FF2B5EF4-FFF2-40B4-BE49-F238E27FC236}">
                    <a16:creationId xmlns:a16="http://schemas.microsoft.com/office/drawing/2014/main" id="{D6FC0060-AD01-E7B4-D2D1-C9691EF26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44221" y="2084346"/>
                <a:ext cx="148358" cy="255241"/>
              </a:xfrm>
              <a:custGeom>
                <a:avLst/>
                <a:gdLst>
                  <a:gd name="T0" fmla="*/ 5 w 100"/>
                  <a:gd name="T1" fmla="*/ 167 h 172"/>
                  <a:gd name="T2" fmla="*/ 16 w 100"/>
                  <a:gd name="T3" fmla="*/ 163 h 172"/>
                  <a:gd name="T4" fmla="*/ 24 w 100"/>
                  <a:gd name="T5" fmla="*/ 163 h 172"/>
                  <a:gd name="T6" fmla="*/ 31 w 100"/>
                  <a:gd name="T7" fmla="*/ 168 h 172"/>
                  <a:gd name="T8" fmla="*/ 32 w 100"/>
                  <a:gd name="T9" fmla="*/ 163 h 172"/>
                  <a:gd name="T10" fmla="*/ 38 w 100"/>
                  <a:gd name="T11" fmla="*/ 161 h 172"/>
                  <a:gd name="T12" fmla="*/ 44 w 100"/>
                  <a:gd name="T13" fmla="*/ 163 h 172"/>
                  <a:gd name="T14" fmla="*/ 49 w 100"/>
                  <a:gd name="T15" fmla="*/ 161 h 172"/>
                  <a:gd name="T16" fmla="*/ 52 w 100"/>
                  <a:gd name="T17" fmla="*/ 154 h 172"/>
                  <a:gd name="T18" fmla="*/ 55 w 100"/>
                  <a:gd name="T19" fmla="*/ 150 h 172"/>
                  <a:gd name="T20" fmla="*/ 59 w 100"/>
                  <a:gd name="T21" fmla="*/ 157 h 172"/>
                  <a:gd name="T22" fmla="*/ 66 w 100"/>
                  <a:gd name="T23" fmla="*/ 157 h 172"/>
                  <a:gd name="T24" fmla="*/ 68 w 100"/>
                  <a:gd name="T25" fmla="*/ 150 h 172"/>
                  <a:gd name="T26" fmla="*/ 74 w 100"/>
                  <a:gd name="T27" fmla="*/ 145 h 172"/>
                  <a:gd name="T28" fmla="*/ 78 w 100"/>
                  <a:gd name="T29" fmla="*/ 139 h 172"/>
                  <a:gd name="T30" fmla="*/ 80 w 100"/>
                  <a:gd name="T31" fmla="*/ 131 h 172"/>
                  <a:gd name="T32" fmla="*/ 81 w 100"/>
                  <a:gd name="T33" fmla="*/ 127 h 172"/>
                  <a:gd name="T34" fmla="*/ 90 w 100"/>
                  <a:gd name="T35" fmla="*/ 125 h 172"/>
                  <a:gd name="T36" fmla="*/ 98 w 100"/>
                  <a:gd name="T37" fmla="*/ 123 h 172"/>
                  <a:gd name="T38" fmla="*/ 99 w 100"/>
                  <a:gd name="T39" fmla="*/ 115 h 172"/>
                  <a:gd name="T40" fmla="*/ 98 w 100"/>
                  <a:gd name="T41" fmla="*/ 112 h 172"/>
                  <a:gd name="T42" fmla="*/ 99 w 100"/>
                  <a:gd name="T43" fmla="*/ 107 h 172"/>
                  <a:gd name="T44" fmla="*/ 88 w 100"/>
                  <a:gd name="T45" fmla="*/ 0 h 172"/>
                  <a:gd name="T46" fmla="*/ 27 w 100"/>
                  <a:gd name="T47" fmla="*/ 5 h 172"/>
                  <a:gd name="T48" fmla="*/ 16 w 100"/>
                  <a:gd name="T49" fmla="*/ 12 h 172"/>
                  <a:gd name="T50" fmla="*/ 8 w 100"/>
                  <a:gd name="T51" fmla="*/ 12 h 172"/>
                  <a:gd name="T52" fmla="*/ 10 w 100"/>
                  <a:gd name="T53" fmla="*/ 106 h 172"/>
                  <a:gd name="T54" fmla="*/ 10 w 100"/>
                  <a:gd name="T55" fmla="*/ 113 h 172"/>
                  <a:gd name="T56" fmla="*/ 15 w 100"/>
                  <a:gd name="T57" fmla="*/ 124 h 172"/>
                  <a:gd name="T58" fmla="*/ 16 w 100"/>
                  <a:gd name="T59" fmla="*/ 134 h 172"/>
                  <a:gd name="T60" fmla="*/ 11 w 100"/>
                  <a:gd name="T61" fmla="*/ 140 h 172"/>
                  <a:gd name="T62" fmla="*/ 8 w 100"/>
                  <a:gd name="T63" fmla="*/ 147 h 172"/>
                  <a:gd name="T64" fmla="*/ 4 w 100"/>
                  <a:gd name="T65" fmla="*/ 156 h 172"/>
                  <a:gd name="T66" fmla="*/ 0 w 100"/>
                  <a:gd name="T67" fmla="*/ 161 h 172"/>
                  <a:gd name="T68" fmla="*/ 1 w 100"/>
                  <a:gd name="T69" fmla="*/ 171 h 172"/>
                  <a:gd name="T70" fmla="*/ 2 w 100"/>
                  <a:gd name="T71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0" h="172">
                    <a:moveTo>
                      <a:pt x="5" y="172"/>
                    </a:moveTo>
                    <a:lnTo>
                      <a:pt x="5" y="167"/>
                    </a:lnTo>
                    <a:lnTo>
                      <a:pt x="13" y="167"/>
                    </a:lnTo>
                    <a:lnTo>
                      <a:pt x="16" y="163"/>
                    </a:lnTo>
                    <a:lnTo>
                      <a:pt x="19" y="163"/>
                    </a:lnTo>
                    <a:lnTo>
                      <a:pt x="24" y="163"/>
                    </a:lnTo>
                    <a:lnTo>
                      <a:pt x="27" y="166"/>
                    </a:lnTo>
                    <a:lnTo>
                      <a:pt x="31" y="168"/>
                    </a:lnTo>
                    <a:lnTo>
                      <a:pt x="32" y="167"/>
                    </a:lnTo>
                    <a:lnTo>
                      <a:pt x="32" y="163"/>
                    </a:lnTo>
                    <a:lnTo>
                      <a:pt x="36" y="162"/>
                    </a:lnTo>
                    <a:lnTo>
                      <a:pt x="38" y="161"/>
                    </a:lnTo>
                    <a:lnTo>
                      <a:pt x="42" y="161"/>
                    </a:lnTo>
                    <a:lnTo>
                      <a:pt x="44" y="163"/>
                    </a:lnTo>
                    <a:lnTo>
                      <a:pt x="48" y="164"/>
                    </a:lnTo>
                    <a:lnTo>
                      <a:pt x="49" y="161"/>
                    </a:lnTo>
                    <a:lnTo>
                      <a:pt x="49" y="157"/>
                    </a:lnTo>
                    <a:lnTo>
                      <a:pt x="52" y="154"/>
                    </a:lnTo>
                    <a:lnTo>
                      <a:pt x="53" y="150"/>
                    </a:lnTo>
                    <a:lnTo>
                      <a:pt x="55" y="150"/>
                    </a:lnTo>
                    <a:lnTo>
                      <a:pt x="56" y="154"/>
                    </a:lnTo>
                    <a:lnTo>
                      <a:pt x="59" y="157"/>
                    </a:lnTo>
                    <a:lnTo>
                      <a:pt x="60" y="158"/>
                    </a:lnTo>
                    <a:lnTo>
                      <a:pt x="66" y="157"/>
                    </a:lnTo>
                    <a:lnTo>
                      <a:pt x="68" y="153"/>
                    </a:lnTo>
                    <a:lnTo>
                      <a:pt x="68" y="150"/>
                    </a:lnTo>
                    <a:lnTo>
                      <a:pt x="71" y="145"/>
                    </a:lnTo>
                    <a:lnTo>
                      <a:pt x="74" y="145"/>
                    </a:lnTo>
                    <a:lnTo>
                      <a:pt x="76" y="143"/>
                    </a:lnTo>
                    <a:lnTo>
                      <a:pt x="78" y="139"/>
                    </a:lnTo>
                    <a:lnTo>
                      <a:pt x="80" y="135"/>
                    </a:lnTo>
                    <a:lnTo>
                      <a:pt x="80" y="131"/>
                    </a:lnTo>
                    <a:lnTo>
                      <a:pt x="81" y="129"/>
                    </a:lnTo>
                    <a:lnTo>
                      <a:pt x="81" y="127"/>
                    </a:lnTo>
                    <a:lnTo>
                      <a:pt x="82" y="126"/>
                    </a:lnTo>
                    <a:lnTo>
                      <a:pt x="90" y="125"/>
                    </a:lnTo>
                    <a:lnTo>
                      <a:pt x="94" y="123"/>
                    </a:lnTo>
                    <a:lnTo>
                      <a:pt x="98" y="123"/>
                    </a:lnTo>
                    <a:lnTo>
                      <a:pt x="100" y="121"/>
                    </a:lnTo>
                    <a:lnTo>
                      <a:pt x="99" y="115"/>
                    </a:lnTo>
                    <a:lnTo>
                      <a:pt x="100" y="113"/>
                    </a:lnTo>
                    <a:lnTo>
                      <a:pt x="98" y="112"/>
                    </a:lnTo>
                    <a:lnTo>
                      <a:pt x="97" y="108"/>
                    </a:lnTo>
                    <a:lnTo>
                      <a:pt x="99" y="107"/>
                    </a:lnTo>
                    <a:lnTo>
                      <a:pt x="88" y="1"/>
                    </a:lnTo>
                    <a:lnTo>
                      <a:pt x="88" y="0"/>
                    </a:lnTo>
                    <a:lnTo>
                      <a:pt x="27" y="4"/>
                    </a:lnTo>
                    <a:lnTo>
                      <a:pt x="27" y="5"/>
                    </a:lnTo>
                    <a:lnTo>
                      <a:pt x="20" y="9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8" y="12"/>
                    </a:lnTo>
                    <a:lnTo>
                      <a:pt x="11" y="103"/>
                    </a:lnTo>
                    <a:lnTo>
                      <a:pt x="10" y="106"/>
                    </a:lnTo>
                    <a:lnTo>
                      <a:pt x="10" y="109"/>
                    </a:lnTo>
                    <a:lnTo>
                      <a:pt x="10" y="113"/>
                    </a:lnTo>
                    <a:lnTo>
                      <a:pt x="11" y="117"/>
                    </a:lnTo>
                    <a:lnTo>
                      <a:pt x="15" y="124"/>
                    </a:lnTo>
                    <a:lnTo>
                      <a:pt x="16" y="130"/>
                    </a:lnTo>
                    <a:lnTo>
                      <a:pt x="16" y="134"/>
                    </a:lnTo>
                    <a:lnTo>
                      <a:pt x="13" y="136"/>
                    </a:lnTo>
                    <a:lnTo>
                      <a:pt x="11" y="140"/>
                    </a:lnTo>
                    <a:lnTo>
                      <a:pt x="10" y="145"/>
                    </a:lnTo>
                    <a:lnTo>
                      <a:pt x="8" y="147"/>
                    </a:lnTo>
                    <a:lnTo>
                      <a:pt x="5" y="150"/>
                    </a:lnTo>
                    <a:lnTo>
                      <a:pt x="4" y="156"/>
                    </a:lnTo>
                    <a:lnTo>
                      <a:pt x="2" y="157"/>
                    </a:lnTo>
                    <a:lnTo>
                      <a:pt x="0" y="161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2" y="172"/>
                    </a:lnTo>
                    <a:lnTo>
                      <a:pt x="2" y="172"/>
                    </a:lnTo>
                    <a:lnTo>
                      <a:pt x="5" y="172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5" name="Freeform 54">
                <a:extLst>
                  <a:ext uri="{FF2B5EF4-FFF2-40B4-BE49-F238E27FC236}">
                    <a16:creationId xmlns:a16="http://schemas.microsoft.com/office/drawing/2014/main" id="{0999A6A4-4A26-AFA5-214B-64F9029862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6576" y="2051700"/>
                <a:ext cx="191381" cy="335375"/>
              </a:xfrm>
              <a:custGeom>
                <a:avLst/>
                <a:gdLst>
                  <a:gd name="T0" fmla="*/ 88 w 129"/>
                  <a:gd name="T1" fmla="*/ 217 h 226"/>
                  <a:gd name="T2" fmla="*/ 96 w 129"/>
                  <a:gd name="T3" fmla="*/ 222 h 226"/>
                  <a:gd name="T4" fmla="*/ 102 w 129"/>
                  <a:gd name="T5" fmla="*/ 222 h 226"/>
                  <a:gd name="T6" fmla="*/ 102 w 129"/>
                  <a:gd name="T7" fmla="*/ 216 h 226"/>
                  <a:gd name="T8" fmla="*/ 105 w 129"/>
                  <a:gd name="T9" fmla="*/ 209 h 226"/>
                  <a:gd name="T10" fmla="*/ 113 w 129"/>
                  <a:gd name="T11" fmla="*/ 206 h 226"/>
                  <a:gd name="T12" fmla="*/ 112 w 129"/>
                  <a:gd name="T13" fmla="*/ 200 h 226"/>
                  <a:gd name="T14" fmla="*/ 112 w 129"/>
                  <a:gd name="T15" fmla="*/ 195 h 226"/>
                  <a:gd name="T16" fmla="*/ 115 w 129"/>
                  <a:gd name="T17" fmla="*/ 194 h 226"/>
                  <a:gd name="T18" fmla="*/ 113 w 129"/>
                  <a:gd name="T19" fmla="*/ 189 h 226"/>
                  <a:gd name="T20" fmla="*/ 115 w 129"/>
                  <a:gd name="T21" fmla="*/ 179 h 226"/>
                  <a:gd name="T22" fmla="*/ 118 w 129"/>
                  <a:gd name="T23" fmla="*/ 172 h 226"/>
                  <a:gd name="T24" fmla="*/ 123 w 129"/>
                  <a:gd name="T25" fmla="*/ 167 h 226"/>
                  <a:gd name="T26" fmla="*/ 126 w 129"/>
                  <a:gd name="T27" fmla="*/ 158 h 226"/>
                  <a:gd name="T28" fmla="*/ 129 w 129"/>
                  <a:gd name="T29" fmla="*/ 152 h 226"/>
                  <a:gd name="T30" fmla="*/ 124 w 129"/>
                  <a:gd name="T31" fmla="*/ 139 h 226"/>
                  <a:gd name="T32" fmla="*/ 123 w 129"/>
                  <a:gd name="T33" fmla="*/ 131 h 226"/>
                  <a:gd name="T34" fmla="*/ 124 w 129"/>
                  <a:gd name="T35" fmla="*/ 125 h 226"/>
                  <a:gd name="T36" fmla="*/ 122 w 129"/>
                  <a:gd name="T37" fmla="*/ 34 h 226"/>
                  <a:gd name="T38" fmla="*/ 116 w 129"/>
                  <a:gd name="T39" fmla="*/ 26 h 226"/>
                  <a:gd name="T40" fmla="*/ 113 w 129"/>
                  <a:gd name="T41" fmla="*/ 17 h 226"/>
                  <a:gd name="T42" fmla="*/ 107 w 129"/>
                  <a:gd name="T43" fmla="*/ 3 h 226"/>
                  <a:gd name="T44" fmla="*/ 24 w 129"/>
                  <a:gd name="T45" fmla="*/ 5 h 226"/>
                  <a:gd name="T46" fmla="*/ 22 w 129"/>
                  <a:gd name="T47" fmla="*/ 3 h 226"/>
                  <a:gd name="T48" fmla="*/ 21 w 129"/>
                  <a:gd name="T49" fmla="*/ 8 h 226"/>
                  <a:gd name="T50" fmla="*/ 28 w 129"/>
                  <a:gd name="T51" fmla="*/ 14 h 226"/>
                  <a:gd name="T52" fmla="*/ 38 w 129"/>
                  <a:gd name="T53" fmla="*/ 23 h 226"/>
                  <a:gd name="T54" fmla="*/ 36 w 129"/>
                  <a:gd name="T55" fmla="*/ 32 h 226"/>
                  <a:gd name="T56" fmla="*/ 31 w 129"/>
                  <a:gd name="T57" fmla="*/ 43 h 226"/>
                  <a:gd name="T58" fmla="*/ 27 w 129"/>
                  <a:gd name="T59" fmla="*/ 47 h 226"/>
                  <a:gd name="T60" fmla="*/ 15 w 129"/>
                  <a:gd name="T61" fmla="*/ 50 h 226"/>
                  <a:gd name="T62" fmla="*/ 12 w 129"/>
                  <a:gd name="T63" fmla="*/ 55 h 226"/>
                  <a:gd name="T64" fmla="*/ 15 w 129"/>
                  <a:gd name="T65" fmla="*/ 65 h 226"/>
                  <a:gd name="T66" fmla="*/ 13 w 129"/>
                  <a:gd name="T67" fmla="*/ 70 h 226"/>
                  <a:gd name="T68" fmla="*/ 11 w 129"/>
                  <a:gd name="T69" fmla="*/ 77 h 226"/>
                  <a:gd name="T70" fmla="*/ 2 w 129"/>
                  <a:gd name="T71" fmla="*/ 86 h 226"/>
                  <a:gd name="T72" fmla="*/ 0 w 129"/>
                  <a:gd name="T73" fmla="*/ 95 h 226"/>
                  <a:gd name="T74" fmla="*/ 0 w 129"/>
                  <a:gd name="T75" fmla="*/ 113 h 226"/>
                  <a:gd name="T76" fmla="*/ 21 w 129"/>
                  <a:gd name="T77" fmla="*/ 136 h 226"/>
                  <a:gd name="T78" fmla="*/ 25 w 129"/>
                  <a:gd name="T79" fmla="*/ 150 h 226"/>
                  <a:gd name="T80" fmla="*/ 31 w 129"/>
                  <a:gd name="T81" fmla="*/ 151 h 226"/>
                  <a:gd name="T82" fmla="*/ 39 w 129"/>
                  <a:gd name="T83" fmla="*/ 150 h 226"/>
                  <a:gd name="T84" fmla="*/ 45 w 129"/>
                  <a:gd name="T85" fmla="*/ 156 h 226"/>
                  <a:gd name="T86" fmla="*/ 41 w 129"/>
                  <a:gd name="T87" fmla="*/ 167 h 226"/>
                  <a:gd name="T88" fmla="*/ 39 w 129"/>
                  <a:gd name="T89" fmla="*/ 175 h 226"/>
                  <a:gd name="T90" fmla="*/ 44 w 129"/>
                  <a:gd name="T91" fmla="*/ 185 h 226"/>
                  <a:gd name="T92" fmla="*/ 53 w 129"/>
                  <a:gd name="T93" fmla="*/ 189 h 226"/>
                  <a:gd name="T94" fmla="*/ 68 w 129"/>
                  <a:gd name="T95" fmla="*/ 200 h 226"/>
                  <a:gd name="T96" fmla="*/ 70 w 129"/>
                  <a:gd name="T97" fmla="*/ 214 h 226"/>
                  <a:gd name="T98" fmla="*/ 74 w 129"/>
                  <a:gd name="T99" fmla="*/ 222 h 226"/>
                  <a:gd name="T100" fmla="*/ 76 w 129"/>
                  <a:gd name="T101" fmla="*/ 222 h 226"/>
                  <a:gd name="T102" fmla="*/ 83 w 129"/>
                  <a:gd name="T103" fmla="*/ 221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9" h="226">
                    <a:moveTo>
                      <a:pt x="86" y="218"/>
                    </a:moveTo>
                    <a:lnTo>
                      <a:pt x="88" y="217"/>
                    </a:lnTo>
                    <a:lnTo>
                      <a:pt x="92" y="219"/>
                    </a:lnTo>
                    <a:lnTo>
                      <a:pt x="96" y="222"/>
                    </a:lnTo>
                    <a:lnTo>
                      <a:pt x="99" y="222"/>
                    </a:lnTo>
                    <a:lnTo>
                      <a:pt x="102" y="222"/>
                    </a:lnTo>
                    <a:lnTo>
                      <a:pt x="104" y="221"/>
                    </a:lnTo>
                    <a:lnTo>
                      <a:pt x="102" y="216"/>
                    </a:lnTo>
                    <a:lnTo>
                      <a:pt x="102" y="211"/>
                    </a:lnTo>
                    <a:lnTo>
                      <a:pt x="105" y="209"/>
                    </a:lnTo>
                    <a:lnTo>
                      <a:pt x="111" y="207"/>
                    </a:lnTo>
                    <a:lnTo>
                      <a:pt x="113" y="206"/>
                    </a:lnTo>
                    <a:lnTo>
                      <a:pt x="112" y="203"/>
                    </a:lnTo>
                    <a:lnTo>
                      <a:pt x="112" y="200"/>
                    </a:lnTo>
                    <a:lnTo>
                      <a:pt x="112" y="199"/>
                    </a:lnTo>
                    <a:lnTo>
                      <a:pt x="112" y="195"/>
                    </a:lnTo>
                    <a:lnTo>
                      <a:pt x="115" y="194"/>
                    </a:lnTo>
                    <a:lnTo>
                      <a:pt x="115" y="194"/>
                    </a:lnTo>
                    <a:lnTo>
                      <a:pt x="114" y="193"/>
                    </a:lnTo>
                    <a:lnTo>
                      <a:pt x="113" y="189"/>
                    </a:lnTo>
                    <a:lnTo>
                      <a:pt x="113" y="183"/>
                    </a:lnTo>
                    <a:lnTo>
                      <a:pt x="115" y="179"/>
                    </a:lnTo>
                    <a:lnTo>
                      <a:pt x="117" y="178"/>
                    </a:lnTo>
                    <a:lnTo>
                      <a:pt x="118" y="172"/>
                    </a:lnTo>
                    <a:lnTo>
                      <a:pt x="121" y="169"/>
                    </a:lnTo>
                    <a:lnTo>
                      <a:pt x="123" y="167"/>
                    </a:lnTo>
                    <a:lnTo>
                      <a:pt x="124" y="162"/>
                    </a:lnTo>
                    <a:lnTo>
                      <a:pt x="126" y="158"/>
                    </a:lnTo>
                    <a:lnTo>
                      <a:pt x="129" y="156"/>
                    </a:lnTo>
                    <a:lnTo>
                      <a:pt x="129" y="152"/>
                    </a:lnTo>
                    <a:lnTo>
                      <a:pt x="128" y="146"/>
                    </a:lnTo>
                    <a:lnTo>
                      <a:pt x="124" y="139"/>
                    </a:lnTo>
                    <a:lnTo>
                      <a:pt x="123" y="135"/>
                    </a:lnTo>
                    <a:lnTo>
                      <a:pt x="123" y="131"/>
                    </a:lnTo>
                    <a:lnTo>
                      <a:pt x="123" y="128"/>
                    </a:lnTo>
                    <a:lnTo>
                      <a:pt x="124" y="125"/>
                    </a:lnTo>
                    <a:lnTo>
                      <a:pt x="121" y="34"/>
                    </a:lnTo>
                    <a:lnTo>
                      <a:pt x="122" y="34"/>
                    </a:lnTo>
                    <a:lnTo>
                      <a:pt x="118" y="31"/>
                    </a:lnTo>
                    <a:lnTo>
                      <a:pt x="116" y="26"/>
                    </a:lnTo>
                    <a:lnTo>
                      <a:pt x="114" y="23"/>
                    </a:lnTo>
                    <a:lnTo>
                      <a:pt x="113" y="17"/>
                    </a:lnTo>
                    <a:lnTo>
                      <a:pt x="109" y="13"/>
                    </a:lnTo>
                    <a:lnTo>
                      <a:pt x="107" y="3"/>
                    </a:lnTo>
                    <a:lnTo>
                      <a:pt x="107" y="0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1" y="6"/>
                    </a:lnTo>
                    <a:lnTo>
                      <a:pt x="21" y="8"/>
                    </a:lnTo>
                    <a:lnTo>
                      <a:pt x="24" y="11"/>
                    </a:lnTo>
                    <a:lnTo>
                      <a:pt x="28" y="14"/>
                    </a:lnTo>
                    <a:lnTo>
                      <a:pt x="33" y="18"/>
                    </a:lnTo>
                    <a:lnTo>
                      <a:pt x="38" y="23"/>
                    </a:lnTo>
                    <a:lnTo>
                      <a:pt x="38" y="26"/>
                    </a:lnTo>
                    <a:lnTo>
                      <a:pt x="36" y="32"/>
                    </a:lnTo>
                    <a:lnTo>
                      <a:pt x="34" y="35"/>
                    </a:lnTo>
                    <a:lnTo>
                      <a:pt x="31" y="43"/>
                    </a:lnTo>
                    <a:lnTo>
                      <a:pt x="29" y="45"/>
                    </a:lnTo>
                    <a:lnTo>
                      <a:pt x="27" y="47"/>
                    </a:lnTo>
                    <a:lnTo>
                      <a:pt x="21" y="50"/>
                    </a:lnTo>
                    <a:lnTo>
                      <a:pt x="15" y="50"/>
                    </a:lnTo>
                    <a:lnTo>
                      <a:pt x="12" y="51"/>
                    </a:lnTo>
                    <a:lnTo>
                      <a:pt x="12" y="55"/>
                    </a:lnTo>
                    <a:lnTo>
                      <a:pt x="12" y="58"/>
                    </a:lnTo>
                    <a:lnTo>
                      <a:pt x="15" y="65"/>
                    </a:lnTo>
                    <a:lnTo>
                      <a:pt x="17" y="67"/>
                    </a:lnTo>
                    <a:lnTo>
                      <a:pt x="13" y="70"/>
                    </a:lnTo>
                    <a:lnTo>
                      <a:pt x="13" y="77"/>
                    </a:lnTo>
                    <a:lnTo>
                      <a:pt x="11" y="77"/>
                    </a:lnTo>
                    <a:lnTo>
                      <a:pt x="8" y="80"/>
                    </a:lnTo>
                    <a:lnTo>
                      <a:pt x="2" y="86"/>
                    </a:lnTo>
                    <a:lnTo>
                      <a:pt x="3" y="92"/>
                    </a:lnTo>
                    <a:lnTo>
                      <a:pt x="0" y="95"/>
                    </a:lnTo>
                    <a:lnTo>
                      <a:pt x="0" y="104"/>
                    </a:lnTo>
                    <a:lnTo>
                      <a:pt x="0" y="113"/>
                    </a:lnTo>
                    <a:lnTo>
                      <a:pt x="6" y="123"/>
                    </a:lnTo>
                    <a:lnTo>
                      <a:pt x="21" y="136"/>
                    </a:lnTo>
                    <a:lnTo>
                      <a:pt x="25" y="142"/>
                    </a:lnTo>
                    <a:lnTo>
                      <a:pt x="25" y="150"/>
                    </a:lnTo>
                    <a:lnTo>
                      <a:pt x="30" y="154"/>
                    </a:lnTo>
                    <a:lnTo>
                      <a:pt x="31" y="151"/>
                    </a:lnTo>
                    <a:lnTo>
                      <a:pt x="34" y="150"/>
                    </a:lnTo>
                    <a:lnTo>
                      <a:pt x="39" y="150"/>
                    </a:lnTo>
                    <a:lnTo>
                      <a:pt x="42" y="153"/>
                    </a:lnTo>
                    <a:lnTo>
                      <a:pt x="45" y="156"/>
                    </a:lnTo>
                    <a:lnTo>
                      <a:pt x="42" y="162"/>
                    </a:lnTo>
                    <a:lnTo>
                      <a:pt x="41" y="167"/>
                    </a:lnTo>
                    <a:lnTo>
                      <a:pt x="41" y="170"/>
                    </a:lnTo>
                    <a:lnTo>
                      <a:pt x="39" y="175"/>
                    </a:lnTo>
                    <a:lnTo>
                      <a:pt x="39" y="180"/>
                    </a:lnTo>
                    <a:lnTo>
                      <a:pt x="44" y="185"/>
                    </a:lnTo>
                    <a:lnTo>
                      <a:pt x="51" y="190"/>
                    </a:lnTo>
                    <a:lnTo>
                      <a:pt x="53" y="189"/>
                    </a:lnTo>
                    <a:lnTo>
                      <a:pt x="64" y="196"/>
                    </a:lnTo>
                    <a:lnTo>
                      <a:pt x="68" y="200"/>
                    </a:lnTo>
                    <a:lnTo>
                      <a:pt x="71" y="209"/>
                    </a:lnTo>
                    <a:lnTo>
                      <a:pt x="70" y="214"/>
                    </a:lnTo>
                    <a:lnTo>
                      <a:pt x="69" y="217"/>
                    </a:lnTo>
                    <a:lnTo>
                      <a:pt x="74" y="222"/>
                    </a:lnTo>
                    <a:lnTo>
                      <a:pt x="74" y="226"/>
                    </a:lnTo>
                    <a:lnTo>
                      <a:pt x="76" y="222"/>
                    </a:lnTo>
                    <a:lnTo>
                      <a:pt x="80" y="222"/>
                    </a:lnTo>
                    <a:lnTo>
                      <a:pt x="83" y="221"/>
                    </a:lnTo>
                    <a:lnTo>
                      <a:pt x="86" y="21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6" name="Freeform 55">
                <a:extLst>
                  <a:ext uri="{FF2B5EF4-FFF2-40B4-BE49-F238E27FC236}">
                    <a16:creationId xmlns:a16="http://schemas.microsoft.com/office/drawing/2014/main" id="{7423F7EE-A8D7-93BC-B3D2-B3479C3AE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2171" y="1977500"/>
                <a:ext cx="290781" cy="213691"/>
              </a:xfrm>
              <a:custGeom>
                <a:avLst/>
                <a:gdLst>
                  <a:gd name="T0" fmla="*/ 196 w 231"/>
                  <a:gd name="T1" fmla="*/ 154 h 170"/>
                  <a:gd name="T2" fmla="*/ 201 w 231"/>
                  <a:gd name="T3" fmla="*/ 150 h 170"/>
                  <a:gd name="T4" fmla="*/ 206 w 231"/>
                  <a:gd name="T5" fmla="*/ 139 h 170"/>
                  <a:gd name="T6" fmla="*/ 200 w 231"/>
                  <a:gd name="T7" fmla="*/ 128 h 170"/>
                  <a:gd name="T8" fmla="*/ 200 w 231"/>
                  <a:gd name="T9" fmla="*/ 120 h 170"/>
                  <a:gd name="T10" fmla="*/ 211 w 231"/>
                  <a:gd name="T11" fmla="*/ 118 h 170"/>
                  <a:gd name="T12" fmla="*/ 220 w 231"/>
                  <a:gd name="T13" fmla="*/ 113 h 170"/>
                  <a:gd name="T14" fmla="*/ 226 w 231"/>
                  <a:gd name="T15" fmla="*/ 101 h 170"/>
                  <a:gd name="T16" fmla="*/ 231 w 231"/>
                  <a:gd name="T17" fmla="*/ 90 h 170"/>
                  <a:gd name="T18" fmla="*/ 225 w 231"/>
                  <a:gd name="T19" fmla="*/ 81 h 170"/>
                  <a:gd name="T20" fmla="*/ 215 w 231"/>
                  <a:gd name="T21" fmla="*/ 72 h 170"/>
                  <a:gd name="T22" fmla="*/ 211 w 231"/>
                  <a:gd name="T23" fmla="*/ 66 h 170"/>
                  <a:gd name="T24" fmla="*/ 214 w 231"/>
                  <a:gd name="T25" fmla="*/ 65 h 170"/>
                  <a:gd name="T26" fmla="*/ 206 w 231"/>
                  <a:gd name="T27" fmla="*/ 59 h 170"/>
                  <a:gd name="T28" fmla="*/ 196 w 231"/>
                  <a:gd name="T29" fmla="*/ 55 h 170"/>
                  <a:gd name="T30" fmla="*/ 194 w 231"/>
                  <a:gd name="T31" fmla="*/ 45 h 170"/>
                  <a:gd name="T32" fmla="*/ 194 w 231"/>
                  <a:gd name="T33" fmla="*/ 35 h 170"/>
                  <a:gd name="T34" fmla="*/ 192 w 231"/>
                  <a:gd name="T35" fmla="*/ 25 h 170"/>
                  <a:gd name="T36" fmla="*/ 7 w 231"/>
                  <a:gd name="T37" fmla="*/ 22 h 170"/>
                  <a:gd name="T38" fmla="*/ 8 w 231"/>
                  <a:gd name="T39" fmla="*/ 0 h 170"/>
                  <a:gd name="T40" fmla="*/ 4 w 231"/>
                  <a:gd name="T41" fmla="*/ 23 h 170"/>
                  <a:gd name="T42" fmla="*/ 3 w 231"/>
                  <a:gd name="T43" fmla="*/ 31 h 170"/>
                  <a:gd name="T44" fmla="*/ 7 w 231"/>
                  <a:gd name="T45" fmla="*/ 37 h 170"/>
                  <a:gd name="T46" fmla="*/ 5 w 231"/>
                  <a:gd name="T47" fmla="*/ 42 h 170"/>
                  <a:gd name="T48" fmla="*/ 4 w 231"/>
                  <a:gd name="T49" fmla="*/ 52 h 170"/>
                  <a:gd name="T50" fmla="*/ 0 w 231"/>
                  <a:gd name="T51" fmla="*/ 56 h 170"/>
                  <a:gd name="T52" fmla="*/ 4 w 231"/>
                  <a:gd name="T53" fmla="*/ 62 h 170"/>
                  <a:gd name="T54" fmla="*/ 4 w 231"/>
                  <a:gd name="T55" fmla="*/ 69 h 170"/>
                  <a:gd name="T56" fmla="*/ 6 w 231"/>
                  <a:gd name="T57" fmla="*/ 71 h 170"/>
                  <a:gd name="T58" fmla="*/ 12 w 231"/>
                  <a:gd name="T59" fmla="*/ 85 h 170"/>
                  <a:gd name="T60" fmla="*/ 16 w 231"/>
                  <a:gd name="T61" fmla="*/ 96 h 170"/>
                  <a:gd name="T62" fmla="*/ 19 w 231"/>
                  <a:gd name="T63" fmla="*/ 102 h 170"/>
                  <a:gd name="T64" fmla="*/ 20 w 231"/>
                  <a:gd name="T65" fmla="*/ 104 h 170"/>
                  <a:gd name="T66" fmla="*/ 18 w 231"/>
                  <a:gd name="T67" fmla="*/ 109 h 170"/>
                  <a:gd name="T68" fmla="*/ 20 w 231"/>
                  <a:gd name="T69" fmla="*/ 116 h 170"/>
                  <a:gd name="T70" fmla="*/ 24 w 231"/>
                  <a:gd name="T71" fmla="*/ 118 h 170"/>
                  <a:gd name="T72" fmla="*/ 26 w 231"/>
                  <a:gd name="T73" fmla="*/ 135 h 170"/>
                  <a:gd name="T74" fmla="*/ 27 w 231"/>
                  <a:gd name="T75" fmla="*/ 142 h 170"/>
                  <a:gd name="T76" fmla="*/ 28 w 231"/>
                  <a:gd name="T77" fmla="*/ 154 h 170"/>
                  <a:gd name="T78" fmla="*/ 30 w 231"/>
                  <a:gd name="T79" fmla="*/ 162 h 170"/>
                  <a:gd name="T80" fmla="*/ 188 w 231"/>
                  <a:gd name="T81" fmla="*/ 170 h 170"/>
                  <a:gd name="T82" fmla="*/ 189 w 231"/>
                  <a:gd name="T83" fmla="*/ 161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1" h="170">
                    <a:moveTo>
                      <a:pt x="189" y="161"/>
                    </a:moveTo>
                    <a:cubicBezTo>
                      <a:pt x="196" y="154"/>
                      <a:pt x="196" y="154"/>
                      <a:pt x="196" y="154"/>
                    </a:cubicBezTo>
                    <a:cubicBezTo>
                      <a:pt x="199" y="150"/>
                      <a:pt x="199" y="150"/>
                      <a:pt x="199" y="150"/>
                    </a:cubicBezTo>
                    <a:cubicBezTo>
                      <a:pt x="201" y="150"/>
                      <a:pt x="201" y="150"/>
                      <a:pt x="201" y="150"/>
                    </a:cubicBezTo>
                    <a:cubicBezTo>
                      <a:pt x="202" y="142"/>
                      <a:pt x="202" y="142"/>
                      <a:pt x="202" y="142"/>
                    </a:cubicBezTo>
                    <a:cubicBezTo>
                      <a:pt x="206" y="139"/>
                      <a:pt x="206" y="139"/>
                      <a:pt x="206" y="139"/>
                    </a:cubicBezTo>
                    <a:cubicBezTo>
                      <a:pt x="204" y="136"/>
                      <a:pt x="204" y="136"/>
                      <a:pt x="204" y="136"/>
                    </a:cubicBezTo>
                    <a:cubicBezTo>
                      <a:pt x="200" y="128"/>
                      <a:pt x="200" y="128"/>
                      <a:pt x="200" y="128"/>
                    </a:cubicBezTo>
                    <a:cubicBezTo>
                      <a:pt x="200" y="124"/>
                      <a:pt x="200" y="124"/>
                      <a:pt x="200" y="124"/>
                    </a:cubicBezTo>
                    <a:cubicBezTo>
                      <a:pt x="200" y="120"/>
                      <a:pt x="200" y="120"/>
                      <a:pt x="200" y="120"/>
                    </a:cubicBezTo>
                    <a:cubicBezTo>
                      <a:pt x="204" y="118"/>
                      <a:pt x="204" y="118"/>
                      <a:pt x="204" y="118"/>
                    </a:cubicBezTo>
                    <a:cubicBezTo>
                      <a:pt x="211" y="118"/>
                      <a:pt x="211" y="118"/>
                      <a:pt x="211" y="118"/>
                    </a:cubicBezTo>
                    <a:cubicBezTo>
                      <a:pt x="218" y="115"/>
                      <a:pt x="218" y="115"/>
                      <a:pt x="218" y="115"/>
                    </a:cubicBezTo>
                    <a:cubicBezTo>
                      <a:pt x="220" y="113"/>
                      <a:pt x="220" y="113"/>
                      <a:pt x="220" y="113"/>
                    </a:cubicBezTo>
                    <a:cubicBezTo>
                      <a:pt x="223" y="110"/>
                      <a:pt x="223" y="110"/>
                      <a:pt x="223" y="110"/>
                    </a:cubicBezTo>
                    <a:cubicBezTo>
                      <a:pt x="226" y="101"/>
                      <a:pt x="226" y="101"/>
                      <a:pt x="226" y="101"/>
                    </a:cubicBezTo>
                    <a:cubicBezTo>
                      <a:pt x="229" y="97"/>
                      <a:pt x="229" y="97"/>
                      <a:pt x="229" y="97"/>
                    </a:cubicBezTo>
                    <a:cubicBezTo>
                      <a:pt x="231" y="90"/>
                      <a:pt x="231" y="90"/>
                      <a:pt x="231" y="90"/>
                    </a:cubicBezTo>
                    <a:cubicBezTo>
                      <a:pt x="231" y="87"/>
                      <a:pt x="231" y="87"/>
                      <a:pt x="231" y="87"/>
                    </a:cubicBezTo>
                    <a:cubicBezTo>
                      <a:pt x="225" y="81"/>
                      <a:pt x="225" y="81"/>
                      <a:pt x="225" y="81"/>
                    </a:cubicBezTo>
                    <a:cubicBezTo>
                      <a:pt x="219" y="76"/>
                      <a:pt x="219" y="76"/>
                      <a:pt x="219" y="76"/>
                    </a:cubicBezTo>
                    <a:cubicBezTo>
                      <a:pt x="215" y="72"/>
                      <a:pt x="215" y="72"/>
                      <a:pt x="215" y="72"/>
                    </a:cubicBezTo>
                    <a:cubicBezTo>
                      <a:pt x="211" y="69"/>
                      <a:pt x="211" y="69"/>
                      <a:pt x="211" y="69"/>
                    </a:cubicBezTo>
                    <a:cubicBezTo>
                      <a:pt x="211" y="66"/>
                      <a:pt x="211" y="66"/>
                      <a:pt x="211" y="66"/>
                    </a:cubicBezTo>
                    <a:cubicBezTo>
                      <a:pt x="212" y="63"/>
                      <a:pt x="212" y="63"/>
                      <a:pt x="212" y="63"/>
                    </a:cubicBezTo>
                    <a:cubicBezTo>
                      <a:pt x="214" y="65"/>
                      <a:pt x="214" y="65"/>
                      <a:pt x="214" y="65"/>
                    </a:cubicBezTo>
                    <a:cubicBezTo>
                      <a:pt x="211" y="61"/>
                      <a:pt x="211" y="61"/>
                      <a:pt x="211" y="61"/>
                    </a:cubicBezTo>
                    <a:cubicBezTo>
                      <a:pt x="211" y="61"/>
                      <a:pt x="207" y="59"/>
                      <a:pt x="206" y="59"/>
                    </a:cubicBezTo>
                    <a:cubicBezTo>
                      <a:pt x="205" y="59"/>
                      <a:pt x="201" y="55"/>
                      <a:pt x="201" y="55"/>
                    </a:cubicBezTo>
                    <a:cubicBezTo>
                      <a:pt x="196" y="55"/>
                      <a:pt x="196" y="55"/>
                      <a:pt x="196" y="55"/>
                    </a:cubicBezTo>
                    <a:cubicBezTo>
                      <a:pt x="196" y="50"/>
                      <a:pt x="196" y="50"/>
                      <a:pt x="196" y="50"/>
                    </a:cubicBezTo>
                    <a:cubicBezTo>
                      <a:pt x="194" y="45"/>
                      <a:pt x="194" y="45"/>
                      <a:pt x="194" y="45"/>
                    </a:cubicBezTo>
                    <a:cubicBezTo>
                      <a:pt x="194" y="39"/>
                      <a:pt x="194" y="39"/>
                      <a:pt x="194" y="39"/>
                    </a:cubicBezTo>
                    <a:cubicBezTo>
                      <a:pt x="194" y="35"/>
                      <a:pt x="194" y="35"/>
                      <a:pt x="194" y="35"/>
                    </a:cubicBezTo>
                    <a:cubicBezTo>
                      <a:pt x="194" y="28"/>
                      <a:pt x="194" y="28"/>
                      <a:pt x="194" y="28"/>
                    </a:cubicBezTo>
                    <a:cubicBezTo>
                      <a:pt x="192" y="25"/>
                      <a:pt x="192" y="25"/>
                      <a:pt x="192" y="25"/>
                    </a:cubicBezTo>
                    <a:cubicBezTo>
                      <a:pt x="189" y="18"/>
                      <a:pt x="189" y="18"/>
                      <a:pt x="189" y="18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1" y="53"/>
                      <a:pt x="1" y="53"/>
                      <a:pt x="1" y="53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" y="66"/>
                      <a:pt x="4" y="66"/>
                      <a:pt x="4" y="66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3" y="67"/>
                      <a:pt x="3" y="67"/>
                      <a:pt x="3" y="67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4" y="91"/>
                      <a:pt x="14" y="91"/>
                      <a:pt x="14" y="91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8" y="99"/>
                      <a:pt x="18" y="99"/>
                      <a:pt x="18" y="99"/>
                    </a:cubicBezTo>
                    <a:cubicBezTo>
                      <a:pt x="19" y="102"/>
                      <a:pt x="19" y="102"/>
                      <a:pt x="19" y="102"/>
                    </a:cubicBezTo>
                    <a:cubicBezTo>
                      <a:pt x="20" y="103"/>
                      <a:pt x="20" y="103"/>
                      <a:pt x="20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17" y="105"/>
                      <a:pt x="17" y="105"/>
                      <a:pt x="17" y="105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14"/>
                      <a:pt x="19" y="114"/>
                      <a:pt x="19" y="114"/>
                    </a:cubicBezTo>
                    <a:cubicBezTo>
                      <a:pt x="20" y="116"/>
                      <a:pt x="20" y="116"/>
                      <a:pt x="20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24" y="118"/>
                      <a:pt x="24" y="118"/>
                      <a:pt x="24" y="118"/>
                    </a:cubicBezTo>
                    <a:cubicBezTo>
                      <a:pt x="26" y="125"/>
                      <a:pt x="26" y="125"/>
                      <a:pt x="26" y="125"/>
                    </a:cubicBezTo>
                    <a:cubicBezTo>
                      <a:pt x="26" y="135"/>
                      <a:pt x="26" y="135"/>
                      <a:pt x="26" y="135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27" y="142"/>
                      <a:pt x="27" y="142"/>
                      <a:pt x="27" y="142"/>
                    </a:cubicBezTo>
                    <a:cubicBezTo>
                      <a:pt x="28" y="144"/>
                      <a:pt x="28" y="144"/>
                      <a:pt x="28" y="144"/>
                    </a:cubicBezTo>
                    <a:cubicBezTo>
                      <a:pt x="28" y="154"/>
                      <a:pt x="28" y="154"/>
                      <a:pt x="28" y="154"/>
                    </a:cubicBezTo>
                    <a:cubicBezTo>
                      <a:pt x="30" y="161"/>
                      <a:pt x="30" y="161"/>
                      <a:pt x="30" y="161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176" y="160"/>
                      <a:pt x="176" y="160"/>
                      <a:pt x="176" y="160"/>
                    </a:cubicBezTo>
                    <a:cubicBezTo>
                      <a:pt x="188" y="170"/>
                      <a:pt x="188" y="170"/>
                      <a:pt x="188" y="170"/>
                    </a:cubicBezTo>
                    <a:cubicBezTo>
                      <a:pt x="190" y="168"/>
                      <a:pt x="190" y="168"/>
                      <a:pt x="190" y="168"/>
                    </a:cubicBezTo>
                    <a:lnTo>
                      <a:pt x="189" y="16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7" name="Freeform 69">
                <a:extLst>
                  <a:ext uri="{FF2B5EF4-FFF2-40B4-BE49-F238E27FC236}">
                    <a16:creationId xmlns:a16="http://schemas.microsoft.com/office/drawing/2014/main" id="{145A1FC5-A8EE-1ED4-E754-463AA60A4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2034" y="2931685"/>
                <a:ext cx="394631" cy="250790"/>
              </a:xfrm>
              <a:custGeom>
                <a:avLst/>
                <a:gdLst>
                  <a:gd name="connsiteX0" fmla="*/ 373837 w 470138"/>
                  <a:gd name="connsiteY0" fmla="*/ 178512 h 298698"/>
                  <a:gd name="connsiteX1" fmla="*/ 376847 w 470138"/>
                  <a:gd name="connsiteY1" fmla="*/ 178512 h 298698"/>
                  <a:gd name="connsiteX2" fmla="*/ 382865 w 470138"/>
                  <a:gd name="connsiteY2" fmla="*/ 178512 h 298698"/>
                  <a:gd name="connsiteX3" fmla="*/ 391894 w 470138"/>
                  <a:gd name="connsiteY3" fmla="*/ 184447 h 298698"/>
                  <a:gd name="connsiteX4" fmla="*/ 399417 w 470138"/>
                  <a:gd name="connsiteY4" fmla="*/ 191866 h 298698"/>
                  <a:gd name="connsiteX5" fmla="*/ 405436 w 470138"/>
                  <a:gd name="connsiteY5" fmla="*/ 193350 h 298698"/>
                  <a:gd name="connsiteX6" fmla="*/ 409950 w 470138"/>
                  <a:gd name="connsiteY6" fmla="*/ 193350 h 298698"/>
                  <a:gd name="connsiteX7" fmla="*/ 417474 w 470138"/>
                  <a:gd name="connsiteY7" fmla="*/ 193350 h 298698"/>
                  <a:gd name="connsiteX8" fmla="*/ 432521 w 470138"/>
                  <a:gd name="connsiteY8" fmla="*/ 199285 h 298698"/>
                  <a:gd name="connsiteX9" fmla="*/ 441549 w 470138"/>
                  <a:gd name="connsiteY9" fmla="*/ 206704 h 298698"/>
                  <a:gd name="connsiteX10" fmla="*/ 441549 w 470138"/>
                  <a:gd name="connsiteY10" fmla="*/ 212639 h 298698"/>
                  <a:gd name="connsiteX11" fmla="*/ 444558 w 470138"/>
                  <a:gd name="connsiteY11" fmla="*/ 225993 h 298698"/>
                  <a:gd name="connsiteX12" fmla="*/ 449072 w 470138"/>
                  <a:gd name="connsiteY12" fmla="*/ 225993 h 298698"/>
                  <a:gd name="connsiteX13" fmla="*/ 452082 w 470138"/>
                  <a:gd name="connsiteY13" fmla="*/ 225993 h 298698"/>
                  <a:gd name="connsiteX14" fmla="*/ 452082 w 470138"/>
                  <a:gd name="connsiteY14" fmla="*/ 234896 h 298698"/>
                  <a:gd name="connsiteX15" fmla="*/ 456596 w 470138"/>
                  <a:gd name="connsiteY15" fmla="*/ 234896 h 298698"/>
                  <a:gd name="connsiteX16" fmla="*/ 462615 w 470138"/>
                  <a:gd name="connsiteY16" fmla="*/ 240831 h 298698"/>
                  <a:gd name="connsiteX17" fmla="*/ 470138 w 470138"/>
                  <a:gd name="connsiteY17" fmla="*/ 240831 h 298698"/>
                  <a:gd name="connsiteX18" fmla="*/ 462615 w 470138"/>
                  <a:gd name="connsiteY18" fmla="*/ 251217 h 298698"/>
                  <a:gd name="connsiteX19" fmla="*/ 456596 w 470138"/>
                  <a:gd name="connsiteY19" fmla="*/ 254185 h 298698"/>
                  <a:gd name="connsiteX20" fmla="*/ 449072 w 470138"/>
                  <a:gd name="connsiteY20" fmla="*/ 267539 h 298698"/>
                  <a:gd name="connsiteX21" fmla="*/ 440044 w 470138"/>
                  <a:gd name="connsiteY21" fmla="*/ 270506 h 298698"/>
                  <a:gd name="connsiteX22" fmla="*/ 421988 w 470138"/>
                  <a:gd name="connsiteY22" fmla="*/ 270506 h 298698"/>
                  <a:gd name="connsiteX23" fmla="*/ 418978 w 470138"/>
                  <a:gd name="connsiteY23" fmla="*/ 274958 h 298698"/>
                  <a:gd name="connsiteX24" fmla="*/ 406941 w 470138"/>
                  <a:gd name="connsiteY24" fmla="*/ 274958 h 298698"/>
                  <a:gd name="connsiteX25" fmla="*/ 403931 w 470138"/>
                  <a:gd name="connsiteY25" fmla="*/ 285344 h 298698"/>
                  <a:gd name="connsiteX26" fmla="*/ 402427 w 470138"/>
                  <a:gd name="connsiteY26" fmla="*/ 292763 h 298698"/>
                  <a:gd name="connsiteX27" fmla="*/ 399417 w 470138"/>
                  <a:gd name="connsiteY27" fmla="*/ 295731 h 298698"/>
                  <a:gd name="connsiteX28" fmla="*/ 396408 w 470138"/>
                  <a:gd name="connsiteY28" fmla="*/ 298698 h 298698"/>
                  <a:gd name="connsiteX29" fmla="*/ 391894 w 470138"/>
                  <a:gd name="connsiteY29" fmla="*/ 298698 h 298698"/>
                  <a:gd name="connsiteX30" fmla="*/ 387380 w 470138"/>
                  <a:gd name="connsiteY30" fmla="*/ 291279 h 298698"/>
                  <a:gd name="connsiteX31" fmla="*/ 376847 w 470138"/>
                  <a:gd name="connsiteY31" fmla="*/ 286828 h 298698"/>
                  <a:gd name="connsiteX32" fmla="*/ 370828 w 470138"/>
                  <a:gd name="connsiteY32" fmla="*/ 280893 h 298698"/>
                  <a:gd name="connsiteX33" fmla="*/ 370828 w 470138"/>
                  <a:gd name="connsiteY33" fmla="*/ 277925 h 298698"/>
                  <a:gd name="connsiteX34" fmla="*/ 370828 w 470138"/>
                  <a:gd name="connsiteY34" fmla="*/ 273474 h 298698"/>
                  <a:gd name="connsiteX35" fmla="*/ 370828 w 470138"/>
                  <a:gd name="connsiteY35" fmla="*/ 267539 h 298698"/>
                  <a:gd name="connsiteX36" fmla="*/ 370828 w 470138"/>
                  <a:gd name="connsiteY36" fmla="*/ 264571 h 298698"/>
                  <a:gd name="connsiteX37" fmla="*/ 370828 w 470138"/>
                  <a:gd name="connsiteY37" fmla="*/ 252701 h 298698"/>
                  <a:gd name="connsiteX38" fmla="*/ 370828 w 470138"/>
                  <a:gd name="connsiteY38" fmla="*/ 249733 h 298698"/>
                  <a:gd name="connsiteX39" fmla="*/ 370828 w 470138"/>
                  <a:gd name="connsiteY39" fmla="*/ 242315 h 298698"/>
                  <a:gd name="connsiteX40" fmla="*/ 363304 w 470138"/>
                  <a:gd name="connsiteY40" fmla="*/ 231928 h 298698"/>
                  <a:gd name="connsiteX41" fmla="*/ 358790 w 470138"/>
                  <a:gd name="connsiteY41" fmla="*/ 227477 h 298698"/>
                  <a:gd name="connsiteX42" fmla="*/ 358790 w 470138"/>
                  <a:gd name="connsiteY42" fmla="*/ 223025 h 298698"/>
                  <a:gd name="connsiteX43" fmla="*/ 358790 w 470138"/>
                  <a:gd name="connsiteY43" fmla="*/ 220058 h 298698"/>
                  <a:gd name="connsiteX44" fmla="*/ 363304 w 470138"/>
                  <a:gd name="connsiteY44" fmla="*/ 214123 h 298698"/>
                  <a:gd name="connsiteX45" fmla="*/ 370828 w 470138"/>
                  <a:gd name="connsiteY45" fmla="*/ 212639 h 298698"/>
                  <a:gd name="connsiteX46" fmla="*/ 376847 w 470138"/>
                  <a:gd name="connsiteY46" fmla="*/ 206704 h 298698"/>
                  <a:gd name="connsiteX47" fmla="*/ 376847 w 470138"/>
                  <a:gd name="connsiteY47" fmla="*/ 199285 h 298698"/>
                  <a:gd name="connsiteX48" fmla="*/ 373837 w 470138"/>
                  <a:gd name="connsiteY48" fmla="*/ 185931 h 298698"/>
                  <a:gd name="connsiteX49" fmla="*/ 373837 w 470138"/>
                  <a:gd name="connsiteY49" fmla="*/ 182963 h 298698"/>
                  <a:gd name="connsiteX50" fmla="*/ 373837 w 470138"/>
                  <a:gd name="connsiteY50" fmla="*/ 178512 h 298698"/>
                  <a:gd name="connsiteX51" fmla="*/ 275720 w 470138"/>
                  <a:gd name="connsiteY51" fmla="*/ 116651 h 298698"/>
                  <a:gd name="connsiteX52" fmla="*/ 281022 w 470138"/>
                  <a:gd name="connsiteY52" fmla="*/ 116651 h 298698"/>
                  <a:gd name="connsiteX53" fmla="*/ 284556 w 470138"/>
                  <a:gd name="connsiteY53" fmla="*/ 116651 h 298698"/>
                  <a:gd name="connsiteX54" fmla="*/ 288091 w 470138"/>
                  <a:gd name="connsiteY54" fmla="*/ 120186 h 298698"/>
                  <a:gd name="connsiteX55" fmla="*/ 291626 w 470138"/>
                  <a:gd name="connsiteY55" fmla="*/ 125488 h 298698"/>
                  <a:gd name="connsiteX56" fmla="*/ 291626 w 470138"/>
                  <a:gd name="connsiteY56" fmla="*/ 130790 h 298698"/>
                  <a:gd name="connsiteX57" fmla="*/ 284556 w 470138"/>
                  <a:gd name="connsiteY57" fmla="*/ 134325 h 298698"/>
                  <a:gd name="connsiteX58" fmla="*/ 281022 w 470138"/>
                  <a:gd name="connsiteY58" fmla="*/ 130790 h 298698"/>
                  <a:gd name="connsiteX59" fmla="*/ 281022 w 470138"/>
                  <a:gd name="connsiteY59" fmla="*/ 125488 h 298698"/>
                  <a:gd name="connsiteX60" fmla="*/ 275720 w 470138"/>
                  <a:gd name="connsiteY60" fmla="*/ 121953 h 298698"/>
                  <a:gd name="connsiteX61" fmla="*/ 275720 w 470138"/>
                  <a:gd name="connsiteY61" fmla="*/ 120186 h 298698"/>
                  <a:gd name="connsiteX62" fmla="*/ 309302 w 470138"/>
                  <a:gd name="connsiteY62" fmla="*/ 107814 h 298698"/>
                  <a:gd name="connsiteX63" fmla="*/ 314604 w 470138"/>
                  <a:gd name="connsiteY63" fmla="*/ 107814 h 298698"/>
                  <a:gd name="connsiteX64" fmla="*/ 319906 w 470138"/>
                  <a:gd name="connsiteY64" fmla="*/ 113116 h 298698"/>
                  <a:gd name="connsiteX65" fmla="*/ 323441 w 470138"/>
                  <a:gd name="connsiteY65" fmla="*/ 116651 h 298698"/>
                  <a:gd name="connsiteX66" fmla="*/ 330511 w 470138"/>
                  <a:gd name="connsiteY66" fmla="*/ 120186 h 298698"/>
                  <a:gd name="connsiteX67" fmla="*/ 330511 w 470138"/>
                  <a:gd name="connsiteY67" fmla="*/ 116651 h 298698"/>
                  <a:gd name="connsiteX68" fmla="*/ 339348 w 470138"/>
                  <a:gd name="connsiteY68" fmla="*/ 116651 h 298698"/>
                  <a:gd name="connsiteX69" fmla="*/ 344650 w 470138"/>
                  <a:gd name="connsiteY69" fmla="*/ 116651 h 298698"/>
                  <a:gd name="connsiteX70" fmla="*/ 351720 w 470138"/>
                  <a:gd name="connsiteY70" fmla="*/ 121954 h 298698"/>
                  <a:gd name="connsiteX71" fmla="*/ 364092 w 470138"/>
                  <a:gd name="connsiteY71" fmla="*/ 130791 h 298698"/>
                  <a:gd name="connsiteX72" fmla="*/ 364092 w 470138"/>
                  <a:gd name="connsiteY72" fmla="*/ 139628 h 298698"/>
                  <a:gd name="connsiteX73" fmla="*/ 358789 w 470138"/>
                  <a:gd name="connsiteY73" fmla="*/ 144930 h 298698"/>
                  <a:gd name="connsiteX74" fmla="*/ 353487 w 470138"/>
                  <a:gd name="connsiteY74" fmla="*/ 144930 h 298698"/>
                  <a:gd name="connsiteX75" fmla="*/ 348185 w 470138"/>
                  <a:gd name="connsiteY75" fmla="*/ 144930 h 298698"/>
                  <a:gd name="connsiteX76" fmla="*/ 348185 w 470138"/>
                  <a:gd name="connsiteY76" fmla="*/ 146698 h 298698"/>
                  <a:gd name="connsiteX77" fmla="*/ 335813 w 470138"/>
                  <a:gd name="connsiteY77" fmla="*/ 146698 h 298698"/>
                  <a:gd name="connsiteX78" fmla="*/ 330511 w 470138"/>
                  <a:gd name="connsiteY78" fmla="*/ 146698 h 298698"/>
                  <a:gd name="connsiteX79" fmla="*/ 328743 w 470138"/>
                  <a:gd name="connsiteY79" fmla="*/ 146698 h 298698"/>
                  <a:gd name="connsiteX80" fmla="*/ 325209 w 470138"/>
                  <a:gd name="connsiteY80" fmla="*/ 141396 h 298698"/>
                  <a:gd name="connsiteX81" fmla="*/ 323441 w 470138"/>
                  <a:gd name="connsiteY81" fmla="*/ 134326 h 298698"/>
                  <a:gd name="connsiteX82" fmla="*/ 325209 w 470138"/>
                  <a:gd name="connsiteY82" fmla="*/ 127256 h 298698"/>
                  <a:gd name="connsiteX83" fmla="*/ 316371 w 470138"/>
                  <a:gd name="connsiteY83" fmla="*/ 127256 h 298698"/>
                  <a:gd name="connsiteX84" fmla="*/ 309302 w 470138"/>
                  <a:gd name="connsiteY84" fmla="*/ 125488 h 298698"/>
                  <a:gd name="connsiteX85" fmla="*/ 309302 w 470138"/>
                  <a:gd name="connsiteY85" fmla="*/ 120186 h 298698"/>
                  <a:gd name="connsiteX86" fmla="*/ 309302 w 470138"/>
                  <a:gd name="connsiteY86" fmla="*/ 116651 h 298698"/>
                  <a:gd name="connsiteX87" fmla="*/ 309302 w 470138"/>
                  <a:gd name="connsiteY87" fmla="*/ 111349 h 298698"/>
                  <a:gd name="connsiteX88" fmla="*/ 258045 w 470138"/>
                  <a:gd name="connsiteY88" fmla="*/ 93675 h 298698"/>
                  <a:gd name="connsiteX89" fmla="*/ 261580 w 470138"/>
                  <a:gd name="connsiteY89" fmla="*/ 93675 h 298698"/>
                  <a:gd name="connsiteX90" fmla="*/ 272184 w 470138"/>
                  <a:gd name="connsiteY90" fmla="*/ 93675 h 298698"/>
                  <a:gd name="connsiteX91" fmla="*/ 281021 w 470138"/>
                  <a:gd name="connsiteY91" fmla="*/ 93675 h 298698"/>
                  <a:gd name="connsiteX92" fmla="*/ 282788 w 470138"/>
                  <a:gd name="connsiteY92" fmla="*/ 100745 h 298698"/>
                  <a:gd name="connsiteX93" fmla="*/ 302230 w 470138"/>
                  <a:gd name="connsiteY93" fmla="*/ 100745 h 298698"/>
                  <a:gd name="connsiteX94" fmla="*/ 293393 w 470138"/>
                  <a:gd name="connsiteY94" fmla="*/ 106047 h 298698"/>
                  <a:gd name="connsiteX95" fmla="*/ 291625 w 470138"/>
                  <a:gd name="connsiteY95" fmla="*/ 107815 h 298698"/>
                  <a:gd name="connsiteX96" fmla="*/ 291625 w 470138"/>
                  <a:gd name="connsiteY96" fmla="*/ 104280 h 298698"/>
                  <a:gd name="connsiteX97" fmla="*/ 286323 w 470138"/>
                  <a:gd name="connsiteY97" fmla="*/ 104280 h 298698"/>
                  <a:gd name="connsiteX98" fmla="*/ 282788 w 470138"/>
                  <a:gd name="connsiteY98" fmla="*/ 104280 h 298698"/>
                  <a:gd name="connsiteX99" fmla="*/ 277486 w 470138"/>
                  <a:gd name="connsiteY99" fmla="*/ 104280 h 298698"/>
                  <a:gd name="connsiteX100" fmla="*/ 273951 w 470138"/>
                  <a:gd name="connsiteY100" fmla="*/ 104280 h 298698"/>
                  <a:gd name="connsiteX101" fmla="*/ 270417 w 470138"/>
                  <a:gd name="connsiteY101" fmla="*/ 104280 h 298698"/>
                  <a:gd name="connsiteX102" fmla="*/ 265114 w 470138"/>
                  <a:gd name="connsiteY102" fmla="*/ 104280 h 298698"/>
                  <a:gd name="connsiteX103" fmla="*/ 258045 w 470138"/>
                  <a:gd name="connsiteY103" fmla="*/ 102512 h 298698"/>
                  <a:gd name="connsiteX104" fmla="*/ 258045 w 470138"/>
                  <a:gd name="connsiteY104" fmla="*/ 100745 h 298698"/>
                  <a:gd name="connsiteX105" fmla="*/ 258045 w 470138"/>
                  <a:gd name="connsiteY105" fmla="*/ 97210 h 298698"/>
                  <a:gd name="connsiteX106" fmla="*/ 187348 w 470138"/>
                  <a:gd name="connsiteY106" fmla="*/ 51256 h 298698"/>
                  <a:gd name="connsiteX107" fmla="*/ 194417 w 470138"/>
                  <a:gd name="connsiteY107" fmla="*/ 51256 h 298698"/>
                  <a:gd name="connsiteX108" fmla="*/ 197952 w 470138"/>
                  <a:gd name="connsiteY108" fmla="*/ 51256 h 298698"/>
                  <a:gd name="connsiteX109" fmla="*/ 201487 w 470138"/>
                  <a:gd name="connsiteY109" fmla="*/ 53023 h 298698"/>
                  <a:gd name="connsiteX110" fmla="*/ 203254 w 470138"/>
                  <a:gd name="connsiteY110" fmla="*/ 56558 h 298698"/>
                  <a:gd name="connsiteX111" fmla="*/ 208557 w 470138"/>
                  <a:gd name="connsiteY111" fmla="*/ 65395 h 298698"/>
                  <a:gd name="connsiteX112" fmla="*/ 213859 w 470138"/>
                  <a:gd name="connsiteY112" fmla="*/ 65395 h 298698"/>
                  <a:gd name="connsiteX113" fmla="*/ 217394 w 470138"/>
                  <a:gd name="connsiteY113" fmla="*/ 74233 h 298698"/>
                  <a:gd name="connsiteX114" fmla="*/ 217394 w 470138"/>
                  <a:gd name="connsiteY114" fmla="*/ 81303 h 298698"/>
                  <a:gd name="connsiteX115" fmla="*/ 217394 w 470138"/>
                  <a:gd name="connsiteY115" fmla="*/ 86605 h 298698"/>
                  <a:gd name="connsiteX116" fmla="*/ 212092 w 470138"/>
                  <a:gd name="connsiteY116" fmla="*/ 86605 h 298698"/>
                  <a:gd name="connsiteX117" fmla="*/ 206789 w 470138"/>
                  <a:gd name="connsiteY117" fmla="*/ 81303 h 298698"/>
                  <a:gd name="connsiteX118" fmla="*/ 203254 w 470138"/>
                  <a:gd name="connsiteY118" fmla="*/ 77768 h 298698"/>
                  <a:gd name="connsiteX119" fmla="*/ 194417 w 470138"/>
                  <a:gd name="connsiteY119" fmla="*/ 81303 h 298698"/>
                  <a:gd name="connsiteX120" fmla="*/ 187348 w 470138"/>
                  <a:gd name="connsiteY120" fmla="*/ 83070 h 298698"/>
                  <a:gd name="connsiteX121" fmla="*/ 182046 w 470138"/>
                  <a:gd name="connsiteY121" fmla="*/ 79535 h 298698"/>
                  <a:gd name="connsiteX122" fmla="*/ 178511 w 470138"/>
                  <a:gd name="connsiteY122" fmla="*/ 74233 h 298698"/>
                  <a:gd name="connsiteX123" fmla="*/ 169674 w 470138"/>
                  <a:gd name="connsiteY123" fmla="*/ 68930 h 298698"/>
                  <a:gd name="connsiteX124" fmla="*/ 169674 w 470138"/>
                  <a:gd name="connsiteY124" fmla="*/ 63628 h 298698"/>
                  <a:gd name="connsiteX125" fmla="*/ 169674 w 470138"/>
                  <a:gd name="connsiteY125" fmla="*/ 56558 h 298698"/>
                  <a:gd name="connsiteX126" fmla="*/ 174976 w 470138"/>
                  <a:gd name="connsiteY126" fmla="*/ 56558 h 298698"/>
                  <a:gd name="connsiteX127" fmla="*/ 180278 w 470138"/>
                  <a:gd name="connsiteY127" fmla="*/ 56558 h 298698"/>
                  <a:gd name="connsiteX128" fmla="*/ 180278 w 470138"/>
                  <a:gd name="connsiteY128" fmla="*/ 53023 h 298698"/>
                  <a:gd name="connsiteX129" fmla="*/ 12372 w 470138"/>
                  <a:gd name="connsiteY129" fmla="*/ 15908 h 298698"/>
                  <a:gd name="connsiteX130" fmla="*/ 12372 w 470138"/>
                  <a:gd name="connsiteY130" fmla="*/ 21210 h 298698"/>
                  <a:gd name="connsiteX131" fmla="*/ 12372 w 470138"/>
                  <a:gd name="connsiteY131" fmla="*/ 24745 h 298698"/>
                  <a:gd name="connsiteX132" fmla="*/ 8837 w 470138"/>
                  <a:gd name="connsiteY132" fmla="*/ 28280 h 298698"/>
                  <a:gd name="connsiteX133" fmla="*/ 7069 w 470138"/>
                  <a:gd name="connsiteY133" fmla="*/ 31815 h 298698"/>
                  <a:gd name="connsiteX134" fmla="*/ 7069 w 470138"/>
                  <a:gd name="connsiteY134" fmla="*/ 38885 h 298698"/>
                  <a:gd name="connsiteX135" fmla="*/ 0 w 470138"/>
                  <a:gd name="connsiteY135" fmla="*/ 35350 h 298698"/>
                  <a:gd name="connsiteX136" fmla="*/ 0 w 470138"/>
                  <a:gd name="connsiteY136" fmla="*/ 31815 h 298698"/>
                  <a:gd name="connsiteX137" fmla="*/ 0 w 470138"/>
                  <a:gd name="connsiteY137" fmla="*/ 28280 h 298698"/>
                  <a:gd name="connsiteX138" fmla="*/ 7069 w 470138"/>
                  <a:gd name="connsiteY138" fmla="*/ 21210 h 298698"/>
                  <a:gd name="connsiteX139" fmla="*/ 58325 w 470138"/>
                  <a:gd name="connsiteY139" fmla="*/ 0 h 298698"/>
                  <a:gd name="connsiteX140" fmla="*/ 63627 w 470138"/>
                  <a:gd name="connsiteY140" fmla="*/ 0 h 298698"/>
                  <a:gd name="connsiteX141" fmla="*/ 77767 w 470138"/>
                  <a:gd name="connsiteY141" fmla="*/ 0 h 298698"/>
                  <a:gd name="connsiteX142" fmla="*/ 83069 w 470138"/>
                  <a:gd name="connsiteY142" fmla="*/ 0 h 298698"/>
                  <a:gd name="connsiteX143" fmla="*/ 88372 w 470138"/>
                  <a:gd name="connsiteY143" fmla="*/ 8837 h 298698"/>
                  <a:gd name="connsiteX144" fmla="*/ 88372 w 470138"/>
                  <a:gd name="connsiteY144" fmla="*/ 10604 h 298698"/>
                  <a:gd name="connsiteX145" fmla="*/ 88372 w 470138"/>
                  <a:gd name="connsiteY145" fmla="*/ 15907 h 298698"/>
                  <a:gd name="connsiteX146" fmla="*/ 86604 w 470138"/>
                  <a:gd name="connsiteY146" fmla="*/ 21209 h 298698"/>
                  <a:gd name="connsiteX147" fmla="*/ 86604 w 470138"/>
                  <a:gd name="connsiteY147" fmla="*/ 22977 h 298698"/>
                  <a:gd name="connsiteX148" fmla="*/ 81302 w 470138"/>
                  <a:gd name="connsiteY148" fmla="*/ 28279 h 298698"/>
                  <a:gd name="connsiteX149" fmla="*/ 77767 w 470138"/>
                  <a:gd name="connsiteY149" fmla="*/ 28279 h 298698"/>
                  <a:gd name="connsiteX150" fmla="*/ 72465 w 470138"/>
                  <a:gd name="connsiteY150" fmla="*/ 28279 h 298698"/>
                  <a:gd name="connsiteX151" fmla="*/ 68930 w 470138"/>
                  <a:gd name="connsiteY151" fmla="*/ 28279 h 298698"/>
                  <a:gd name="connsiteX152" fmla="*/ 60092 w 470138"/>
                  <a:gd name="connsiteY152" fmla="*/ 22977 h 298698"/>
                  <a:gd name="connsiteX153" fmla="*/ 58325 w 470138"/>
                  <a:gd name="connsiteY153" fmla="*/ 22977 h 298698"/>
                  <a:gd name="connsiteX154" fmla="*/ 49488 w 470138"/>
                  <a:gd name="connsiteY154" fmla="*/ 15907 h 298698"/>
                  <a:gd name="connsiteX155" fmla="*/ 49488 w 470138"/>
                  <a:gd name="connsiteY155" fmla="*/ 7070 h 298698"/>
                  <a:gd name="connsiteX156" fmla="*/ 49488 w 470138"/>
                  <a:gd name="connsiteY156" fmla="*/ 3535 h 298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</a:cxnLst>
                <a:rect l="l" t="t" r="r" b="b"/>
                <a:pathLst>
                  <a:path w="470138" h="298698">
                    <a:moveTo>
                      <a:pt x="373837" y="178512"/>
                    </a:moveTo>
                    <a:cubicBezTo>
                      <a:pt x="376847" y="178512"/>
                      <a:pt x="376847" y="178512"/>
                      <a:pt x="376847" y="178512"/>
                    </a:cubicBezTo>
                    <a:cubicBezTo>
                      <a:pt x="382865" y="178512"/>
                      <a:pt x="382865" y="178512"/>
                      <a:pt x="382865" y="178512"/>
                    </a:cubicBezTo>
                    <a:cubicBezTo>
                      <a:pt x="391894" y="184447"/>
                      <a:pt x="391894" y="184447"/>
                      <a:pt x="391894" y="184447"/>
                    </a:cubicBezTo>
                    <a:cubicBezTo>
                      <a:pt x="399417" y="191866"/>
                      <a:pt x="399417" y="191866"/>
                      <a:pt x="399417" y="191866"/>
                    </a:cubicBezTo>
                    <a:cubicBezTo>
                      <a:pt x="399417" y="191866"/>
                      <a:pt x="403931" y="193350"/>
                      <a:pt x="405436" y="193350"/>
                    </a:cubicBezTo>
                    <a:cubicBezTo>
                      <a:pt x="406941" y="193350"/>
                      <a:pt x="408445" y="193350"/>
                      <a:pt x="409950" y="193350"/>
                    </a:cubicBezTo>
                    <a:cubicBezTo>
                      <a:pt x="411455" y="193350"/>
                      <a:pt x="417474" y="193350"/>
                      <a:pt x="417474" y="193350"/>
                    </a:cubicBezTo>
                    <a:cubicBezTo>
                      <a:pt x="432521" y="199285"/>
                      <a:pt x="432521" y="199285"/>
                      <a:pt x="432521" y="199285"/>
                    </a:cubicBezTo>
                    <a:cubicBezTo>
                      <a:pt x="441549" y="206704"/>
                      <a:pt x="441549" y="206704"/>
                      <a:pt x="441549" y="206704"/>
                    </a:cubicBezTo>
                    <a:cubicBezTo>
                      <a:pt x="441549" y="212639"/>
                      <a:pt x="441549" y="212639"/>
                      <a:pt x="441549" y="212639"/>
                    </a:cubicBezTo>
                    <a:cubicBezTo>
                      <a:pt x="444558" y="225993"/>
                      <a:pt x="444558" y="225993"/>
                      <a:pt x="444558" y="225993"/>
                    </a:cubicBezTo>
                    <a:cubicBezTo>
                      <a:pt x="449072" y="225993"/>
                      <a:pt x="449072" y="225993"/>
                      <a:pt x="449072" y="225993"/>
                    </a:cubicBezTo>
                    <a:cubicBezTo>
                      <a:pt x="452082" y="225993"/>
                      <a:pt x="452082" y="225993"/>
                      <a:pt x="452082" y="225993"/>
                    </a:cubicBezTo>
                    <a:cubicBezTo>
                      <a:pt x="452082" y="234896"/>
                      <a:pt x="452082" y="234896"/>
                      <a:pt x="452082" y="234896"/>
                    </a:cubicBezTo>
                    <a:cubicBezTo>
                      <a:pt x="456596" y="234896"/>
                      <a:pt x="456596" y="234896"/>
                      <a:pt x="456596" y="234896"/>
                    </a:cubicBezTo>
                    <a:cubicBezTo>
                      <a:pt x="462615" y="240831"/>
                      <a:pt x="462615" y="240831"/>
                      <a:pt x="462615" y="240831"/>
                    </a:cubicBezTo>
                    <a:cubicBezTo>
                      <a:pt x="470138" y="240831"/>
                      <a:pt x="470138" y="240831"/>
                      <a:pt x="470138" y="240831"/>
                    </a:cubicBezTo>
                    <a:cubicBezTo>
                      <a:pt x="462615" y="251217"/>
                      <a:pt x="462615" y="251217"/>
                      <a:pt x="462615" y="251217"/>
                    </a:cubicBezTo>
                    <a:cubicBezTo>
                      <a:pt x="456596" y="254185"/>
                      <a:pt x="456596" y="254185"/>
                      <a:pt x="456596" y="254185"/>
                    </a:cubicBezTo>
                    <a:cubicBezTo>
                      <a:pt x="449072" y="267539"/>
                      <a:pt x="449072" y="267539"/>
                      <a:pt x="449072" y="267539"/>
                    </a:cubicBezTo>
                    <a:cubicBezTo>
                      <a:pt x="440044" y="270506"/>
                      <a:pt x="440044" y="270506"/>
                      <a:pt x="440044" y="270506"/>
                    </a:cubicBezTo>
                    <a:cubicBezTo>
                      <a:pt x="421988" y="270506"/>
                      <a:pt x="421988" y="270506"/>
                      <a:pt x="421988" y="270506"/>
                    </a:cubicBezTo>
                    <a:cubicBezTo>
                      <a:pt x="418978" y="274958"/>
                      <a:pt x="418978" y="274958"/>
                      <a:pt x="418978" y="274958"/>
                    </a:cubicBezTo>
                    <a:cubicBezTo>
                      <a:pt x="406941" y="274958"/>
                      <a:pt x="406941" y="274958"/>
                      <a:pt x="406941" y="274958"/>
                    </a:cubicBezTo>
                    <a:cubicBezTo>
                      <a:pt x="403931" y="285344"/>
                      <a:pt x="403931" y="285344"/>
                      <a:pt x="403931" y="285344"/>
                    </a:cubicBezTo>
                    <a:cubicBezTo>
                      <a:pt x="402427" y="292763"/>
                      <a:pt x="402427" y="292763"/>
                      <a:pt x="402427" y="292763"/>
                    </a:cubicBezTo>
                    <a:cubicBezTo>
                      <a:pt x="399417" y="295731"/>
                      <a:pt x="399417" y="295731"/>
                      <a:pt x="399417" y="295731"/>
                    </a:cubicBezTo>
                    <a:cubicBezTo>
                      <a:pt x="396408" y="298698"/>
                      <a:pt x="396408" y="298698"/>
                      <a:pt x="396408" y="298698"/>
                    </a:cubicBezTo>
                    <a:cubicBezTo>
                      <a:pt x="391894" y="298698"/>
                      <a:pt x="391894" y="298698"/>
                      <a:pt x="391894" y="298698"/>
                    </a:cubicBezTo>
                    <a:cubicBezTo>
                      <a:pt x="387380" y="291279"/>
                      <a:pt x="387380" y="291279"/>
                      <a:pt x="387380" y="291279"/>
                    </a:cubicBezTo>
                    <a:cubicBezTo>
                      <a:pt x="376847" y="286828"/>
                      <a:pt x="376847" y="286828"/>
                      <a:pt x="376847" y="286828"/>
                    </a:cubicBezTo>
                    <a:cubicBezTo>
                      <a:pt x="370828" y="280893"/>
                      <a:pt x="370828" y="280893"/>
                      <a:pt x="370828" y="280893"/>
                    </a:cubicBezTo>
                    <a:cubicBezTo>
                      <a:pt x="370828" y="277925"/>
                      <a:pt x="370828" y="277925"/>
                      <a:pt x="370828" y="277925"/>
                    </a:cubicBezTo>
                    <a:cubicBezTo>
                      <a:pt x="370828" y="273474"/>
                      <a:pt x="370828" y="273474"/>
                      <a:pt x="370828" y="273474"/>
                    </a:cubicBezTo>
                    <a:cubicBezTo>
                      <a:pt x="370828" y="267539"/>
                      <a:pt x="370828" y="267539"/>
                      <a:pt x="370828" y="267539"/>
                    </a:cubicBezTo>
                    <a:cubicBezTo>
                      <a:pt x="370828" y="264571"/>
                      <a:pt x="370828" y="264571"/>
                      <a:pt x="370828" y="264571"/>
                    </a:cubicBezTo>
                    <a:cubicBezTo>
                      <a:pt x="370828" y="252701"/>
                      <a:pt x="370828" y="252701"/>
                      <a:pt x="370828" y="252701"/>
                    </a:cubicBezTo>
                    <a:cubicBezTo>
                      <a:pt x="370828" y="249733"/>
                      <a:pt x="370828" y="249733"/>
                      <a:pt x="370828" y="249733"/>
                    </a:cubicBezTo>
                    <a:cubicBezTo>
                      <a:pt x="370828" y="242315"/>
                      <a:pt x="370828" y="242315"/>
                      <a:pt x="370828" y="242315"/>
                    </a:cubicBezTo>
                    <a:cubicBezTo>
                      <a:pt x="363304" y="231928"/>
                      <a:pt x="363304" y="231928"/>
                      <a:pt x="363304" y="231928"/>
                    </a:cubicBezTo>
                    <a:cubicBezTo>
                      <a:pt x="358790" y="227477"/>
                      <a:pt x="358790" y="227477"/>
                      <a:pt x="358790" y="227477"/>
                    </a:cubicBezTo>
                    <a:cubicBezTo>
                      <a:pt x="358790" y="223025"/>
                      <a:pt x="358790" y="223025"/>
                      <a:pt x="358790" y="223025"/>
                    </a:cubicBezTo>
                    <a:cubicBezTo>
                      <a:pt x="358790" y="220058"/>
                      <a:pt x="358790" y="220058"/>
                      <a:pt x="358790" y="220058"/>
                    </a:cubicBezTo>
                    <a:cubicBezTo>
                      <a:pt x="363304" y="214123"/>
                      <a:pt x="363304" y="214123"/>
                      <a:pt x="363304" y="214123"/>
                    </a:cubicBezTo>
                    <a:cubicBezTo>
                      <a:pt x="370828" y="212639"/>
                      <a:pt x="370828" y="212639"/>
                      <a:pt x="370828" y="212639"/>
                    </a:cubicBezTo>
                    <a:cubicBezTo>
                      <a:pt x="376847" y="206704"/>
                      <a:pt x="376847" y="206704"/>
                      <a:pt x="376847" y="206704"/>
                    </a:cubicBezTo>
                    <a:lnTo>
                      <a:pt x="376847" y="199285"/>
                    </a:lnTo>
                    <a:cubicBezTo>
                      <a:pt x="373837" y="185931"/>
                      <a:pt x="373837" y="185931"/>
                      <a:pt x="373837" y="185931"/>
                    </a:cubicBezTo>
                    <a:cubicBezTo>
                      <a:pt x="373837" y="182963"/>
                      <a:pt x="373837" y="182963"/>
                      <a:pt x="373837" y="182963"/>
                    </a:cubicBezTo>
                    <a:cubicBezTo>
                      <a:pt x="373837" y="178512"/>
                      <a:pt x="373837" y="178512"/>
                      <a:pt x="373837" y="178512"/>
                    </a:cubicBezTo>
                    <a:close/>
                    <a:moveTo>
                      <a:pt x="275720" y="116651"/>
                    </a:moveTo>
                    <a:lnTo>
                      <a:pt x="281022" y="116651"/>
                    </a:lnTo>
                    <a:lnTo>
                      <a:pt x="284556" y="116651"/>
                    </a:lnTo>
                    <a:lnTo>
                      <a:pt x="288091" y="120186"/>
                    </a:lnTo>
                    <a:lnTo>
                      <a:pt x="291626" y="125488"/>
                    </a:lnTo>
                    <a:lnTo>
                      <a:pt x="291626" y="130790"/>
                    </a:lnTo>
                    <a:lnTo>
                      <a:pt x="284556" y="134325"/>
                    </a:lnTo>
                    <a:lnTo>
                      <a:pt x="281022" y="130790"/>
                    </a:lnTo>
                    <a:lnTo>
                      <a:pt x="281022" y="125488"/>
                    </a:lnTo>
                    <a:lnTo>
                      <a:pt x="275720" y="121953"/>
                    </a:lnTo>
                    <a:lnTo>
                      <a:pt x="275720" y="120186"/>
                    </a:lnTo>
                    <a:close/>
                    <a:moveTo>
                      <a:pt x="309302" y="107814"/>
                    </a:moveTo>
                    <a:lnTo>
                      <a:pt x="314604" y="107814"/>
                    </a:lnTo>
                    <a:lnTo>
                      <a:pt x="319906" y="113116"/>
                    </a:lnTo>
                    <a:lnTo>
                      <a:pt x="323441" y="116651"/>
                    </a:lnTo>
                    <a:lnTo>
                      <a:pt x="330511" y="120186"/>
                    </a:lnTo>
                    <a:lnTo>
                      <a:pt x="330511" y="116651"/>
                    </a:lnTo>
                    <a:lnTo>
                      <a:pt x="339348" y="116651"/>
                    </a:lnTo>
                    <a:lnTo>
                      <a:pt x="344650" y="116651"/>
                    </a:lnTo>
                    <a:lnTo>
                      <a:pt x="351720" y="121954"/>
                    </a:lnTo>
                    <a:lnTo>
                      <a:pt x="364092" y="130791"/>
                    </a:lnTo>
                    <a:lnTo>
                      <a:pt x="364092" y="139628"/>
                    </a:lnTo>
                    <a:lnTo>
                      <a:pt x="358789" y="144930"/>
                    </a:lnTo>
                    <a:lnTo>
                      <a:pt x="353487" y="144930"/>
                    </a:lnTo>
                    <a:lnTo>
                      <a:pt x="348185" y="144930"/>
                    </a:lnTo>
                    <a:lnTo>
                      <a:pt x="348185" y="146698"/>
                    </a:lnTo>
                    <a:lnTo>
                      <a:pt x="335813" y="146698"/>
                    </a:lnTo>
                    <a:lnTo>
                      <a:pt x="330511" y="146698"/>
                    </a:lnTo>
                    <a:lnTo>
                      <a:pt x="328743" y="146698"/>
                    </a:lnTo>
                    <a:lnTo>
                      <a:pt x="325209" y="141396"/>
                    </a:lnTo>
                    <a:lnTo>
                      <a:pt x="323441" y="134326"/>
                    </a:lnTo>
                    <a:lnTo>
                      <a:pt x="325209" y="127256"/>
                    </a:lnTo>
                    <a:lnTo>
                      <a:pt x="316371" y="127256"/>
                    </a:lnTo>
                    <a:lnTo>
                      <a:pt x="309302" y="125488"/>
                    </a:lnTo>
                    <a:lnTo>
                      <a:pt x="309302" y="120186"/>
                    </a:lnTo>
                    <a:lnTo>
                      <a:pt x="309302" y="116651"/>
                    </a:lnTo>
                    <a:lnTo>
                      <a:pt x="309302" y="111349"/>
                    </a:lnTo>
                    <a:close/>
                    <a:moveTo>
                      <a:pt x="258045" y="93675"/>
                    </a:moveTo>
                    <a:lnTo>
                      <a:pt x="261580" y="93675"/>
                    </a:lnTo>
                    <a:lnTo>
                      <a:pt x="272184" y="93675"/>
                    </a:lnTo>
                    <a:lnTo>
                      <a:pt x="281021" y="93675"/>
                    </a:lnTo>
                    <a:lnTo>
                      <a:pt x="282788" y="100745"/>
                    </a:lnTo>
                    <a:lnTo>
                      <a:pt x="302230" y="100745"/>
                    </a:lnTo>
                    <a:lnTo>
                      <a:pt x="293393" y="106047"/>
                    </a:lnTo>
                    <a:lnTo>
                      <a:pt x="291625" y="107815"/>
                    </a:lnTo>
                    <a:lnTo>
                      <a:pt x="291625" y="104280"/>
                    </a:lnTo>
                    <a:lnTo>
                      <a:pt x="286323" y="104280"/>
                    </a:lnTo>
                    <a:lnTo>
                      <a:pt x="282788" y="104280"/>
                    </a:lnTo>
                    <a:lnTo>
                      <a:pt x="277486" y="104280"/>
                    </a:lnTo>
                    <a:lnTo>
                      <a:pt x="273951" y="104280"/>
                    </a:lnTo>
                    <a:lnTo>
                      <a:pt x="270417" y="104280"/>
                    </a:lnTo>
                    <a:lnTo>
                      <a:pt x="265114" y="104280"/>
                    </a:lnTo>
                    <a:lnTo>
                      <a:pt x="258045" y="102512"/>
                    </a:lnTo>
                    <a:lnTo>
                      <a:pt x="258045" y="100745"/>
                    </a:lnTo>
                    <a:lnTo>
                      <a:pt x="258045" y="97210"/>
                    </a:lnTo>
                    <a:close/>
                    <a:moveTo>
                      <a:pt x="187348" y="51256"/>
                    </a:moveTo>
                    <a:lnTo>
                      <a:pt x="194417" y="51256"/>
                    </a:lnTo>
                    <a:lnTo>
                      <a:pt x="197952" y="51256"/>
                    </a:lnTo>
                    <a:lnTo>
                      <a:pt x="201487" y="53023"/>
                    </a:lnTo>
                    <a:lnTo>
                      <a:pt x="203254" y="56558"/>
                    </a:lnTo>
                    <a:lnTo>
                      <a:pt x="208557" y="65395"/>
                    </a:lnTo>
                    <a:lnTo>
                      <a:pt x="213859" y="65395"/>
                    </a:lnTo>
                    <a:lnTo>
                      <a:pt x="217394" y="74233"/>
                    </a:lnTo>
                    <a:lnTo>
                      <a:pt x="217394" y="81303"/>
                    </a:lnTo>
                    <a:lnTo>
                      <a:pt x="217394" y="86605"/>
                    </a:lnTo>
                    <a:lnTo>
                      <a:pt x="212092" y="86605"/>
                    </a:lnTo>
                    <a:lnTo>
                      <a:pt x="206789" y="81303"/>
                    </a:lnTo>
                    <a:lnTo>
                      <a:pt x="203254" y="77768"/>
                    </a:lnTo>
                    <a:lnTo>
                      <a:pt x="194417" y="81303"/>
                    </a:lnTo>
                    <a:lnTo>
                      <a:pt x="187348" y="83070"/>
                    </a:lnTo>
                    <a:lnTo>
                      <a:pt x="182046" y="79535"/>
                    </a:lnTo>
                    <a:lnTo>
                      <a:pt x="178511" y="74233"/>
                    </a:lnTo>
                    <a:lnTo>
                      <a:pt x="169674" y="68930"/>
                    </a:lnTo>
                    <a:lnTo>
                      <a:pt x="169674" y="63628"/>
                    </a:lnTo>
                    <a:lnTo>
                      <a:pt x="169674" y="56558"/>
                    </a:lnTo>
                    <a:lnTo>
                      <a:pt x="174976" y="56558"/>
                    </a:lnTo>
                    <a:lnTo>
                      <a:pt x="180278" y="56558"/>
                    </a:lnTo>
                    <a:lnTo>
                      <a:pt x="180278" y="53023"/>
                    </a:lnTo>
                    <a:close/>
                    <a:moveTo>
                      <a:pt x="12372" y="15908"/>
                    </a:moveTo>
                    <a:lnTo>
                      <a:pt x="12372" y="21210"/>
                    </a:lnTo>
                    <a:lnTo>
                      <a:pt x="12372" y="24745"/>
                    </a:lnTo>
                    <a:lnTo>
                      <a:pt x="8837" y="28280"/>
                    </a:lnTo>
                    <a:lnTo>
                      <a:pt x="7069" y="31815"/>
                    </a:lnTo>
                    <a:lnTo>
                      <a:pt x="7069" y="38885"/>
                    </a:lnTo>
                    <a:lnTo>
                      <a:pt x="0" y="35350"/>
                    </a:lnTo>
                    <a:lnTo>
                      <a:pt x="0" y="31815"/>
                    </a:lnTo>
                    <a:lnTo>
                      <a:pt x="0" y="28280"/>
                    </a:lnTo>
                    <a:lnTo>
                      <a:pt x="7069" y="21210"/>
                    </a:lnTo>
                    <a:close/>
                    <a:moveTo>
                      <a:pt x="58325" y="0"/>
                    </a:moveTo>
                    <a:lnTo>
                      <a:pt x="63627" y="0"/>
                    </a:lnTo>
                    <a:lnTo>
                      <a:pt x="77767" y="0"/>
                    </a:lnTo>
                    <a:lnTo>
                      <a:pt x="83069" y="0"/>
                    </a:lnTo>
                    <a:lnTo>
                      <a:pt x="88372" y="8837"/>
                    </a:lnTo>
                    <a:lnTo>
                      <a:pt x="88372" y="10604"/>
                    </a:lnTo>
                    <a:lnTo>
                      <a:pt x="88372" y="15907"/>
                    </a:lnTo>
                    <a:lnTo>
                      <a:pt x="86604" y="21209"/>
                    </a:lnTo>
                    <a:lnTo>
                      <a:pt x="86604" y="22977"/>
                    </a:lnTo>
                    <a:lnTo>
                      <a:pt x="81302" y="28279"/>
                    </a:lnTo>
                    <a:lnTo>
                      <a:pt x="77767" y="28279"/>
                    </a:lnTo>
                    <a:lnTo>
                      <a:pt x="72465" y="28279"/>
                    </a:lnTo>
                    <a:lnTo>
                      <a:pt x="68930" y="28279"/>
                    </a:lnTo>
                    <a:lnTo>
                      <a:pt x="60092" y="22977"/>
                    </a:lnTo>
                    <a:lnTo>
                      <a:pt x="58325" y="22977"/>
                    </a:lnTo>
                    <a:lnTo>
                      <a:pt x="49488" y="15907"/>
                    </a:lnTo>
                    <a:lnTo>
                      <a:pt x="49488" y="7070"/>
                    </a:lnTo>
                    <a:lnTo>
                      <a:pt x="49488" y="35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C20DC5C3-16DF-F83E-BBC8-DED2EF479046}"/>
              </a:ext>
            </a:extLst>
          </p:cNvPr>
          <p:cNvGrpSpPr/>
          <p:nvPr/>
        </p:nvGrpSpPr>
        <p:grpSpPr>
          <a:xfrm>
            <a:off x="9537729" y="1268025"/>
            <a:ext cx="544184" cy="782919"/>
            <a:chOff x="9328364" y="1268025"/>
            <a:chExt cx="544184" cy="782919"/>
          </a:xfrm>
        </p:grpSpPr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9A26FCB5-414A-6238-E1A7-3355D204E9DD}"/>
                </a:ext>
              </a:extLst>
            </p:cNvPr>
            <p:cNvSpPr txBox="1"/>
            <p:nvPr/>
          </p:nvSpPr>
          <p:spPr>
            <a:xfrm>
              <a:off x="9328364" y="1782787"/>
              <a:ext cx="544184" cy="268157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Global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8" name="Graphic 317">
              <a:extLst>
                <a:ext uri="{FF2B5EF4-FFF2-40B4-BE49-F238E27FC236}">
                  <a16:creationId xmlns:a16="http://schemas.microsoft.com/office/drawing/2014/main" id="{B23D774A-8653-75C2-9DA0-86AAFDF327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56662" y="1268025"/>
              <a:ext cx="487589" cy="487589"/>
            </a:xfrm>
            <a:prstGeom prst="rect">
              <a:avLst/>
            </a:prstGeom>
          </p:spPr>
        </p:pic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A384B10D-CCAB-F8BC-D4C4-801865D8E521}"/>
              </a:ext>
            </a:extLst>
          </p:cNvPr>
          <p:cNvGrpSpPr/>
          <p:nvPr/>
        </p:nvGrpSpPr>
        <p:grpSpPr>
          <a:xfrm>
            <a:off x="9465461" y="4318696"/>
            <a:ext cx="688721" cy="724074"/>
            <a:chOff x="9256096" y="3905785"/>
            <a:chExt cx="688721" cy="724074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A5C87045-3507-F25A-6DE1-CAF2BA3DE529}"/>
                </a:ext>
              </a:extLst>
            </p:cNvPr>
            <p:cNvSpPr txBox="1"/>
            <p:nvPr/>
          </p:nvSpPr>
          <p:spPr>
            <a:xfrm>
              <a:off x="9256096" y="4343507"/>
              <a:ext cx="688721" cy="28635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Local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9" name="Graphic 318">
              <a:extLst>
                <a:ext uri="{FF2B5EF4-FFF2-40B4-BE49-F238E27FC236}">
                  <a16:creationId xmlns:a16="http://schemas.microsoft.com/office/drawing/2014/main" id="{8DF84260-7454-8629-DE27-16D8D6FA5B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80065" y="3905785"/>
              <a:ext cx="240782" cy="396126"/>
            </a:xfrm>
            <a:prstGeom prst="rect">
              <a:avLst/>
            </a:prstGeom>
          </p:spPr>
        </p:pic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9E160FF7-AC31-BDF8-EB87-4D9BCE486BC9}"/>
              </a:ext>
            </a:extLst>
          </p:cNvPr>
          <p:cNvGrpSpPr/>
          <p:nvPr/>
        </p:nvGrpSpPr>
        <p:grpSpPr>
          <a:xfrm>
            <a:off x="9465461" y="3275443"/>
            <a:ext cx="688720" cy="610971"/>
            <a:chOff x="9256096" y="3066652"/>
            <a:chExt cx="688720" cy="610971"/>
          </a:xfrm>
        </p:grpSpPr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D3BC7DBC-3714-A78B-9E1D-4C29712DE404}"/>
                </a:ext>
              </a:extLst>
            </p:cNvPr>
            <p:cNvSpPr txBox="1"/>
            <p:nvPr/>
          </p:nvSpPr>
          <p:spPr>
            <a:xfrm>
              <a:off x="9256096" y="3494743"/>
              <a:ext cx="688720" cy="182880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Regional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B533EE20-A72F-BD81-2A8B-631890CAAE2D}"/>
                </a:ext>
              </a:extLst>
            </p:cNvPr>
            <p:cNvGrpSpPr/>
            <p:nvPr/>
          </p:nvGrpSpPr>
          <p:grpSpPr>
            <a:xfrm>
              <a:off x="9463834" y="3066652"/>
              <a:ext cx="273244" cy="377718"/>
              <a:chOff x="10646851" y="1865538"/>
              <a:chExt cx="1027023" cy="1419701"/>
            </a:xfrm>
            <a:solidFill>
              <a:srgbClr val="404040"/>
            </a:solidFill>
          </p:grpSpPr>
          <p:sp>
            <p:nvSpPr>
              <p:cNvPr id="321" name="Freeform 9">
                <a:extLst>
                  <a:ext uri="{FF2B5EF4-FFF2-40B4-BE49-F238E27FC236}">
                    <a16:creationId xmlns:a16="http://schemas.microsoft.com/office/drawing/2014/main" id="{E22BA9CE-DC34-5C1E-BEBF-FEA3C078C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46851" y="1865538"/>
                <a:ext cx="819703" cy="1419701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22" name="Freeform 18">
                <a:extLst>
                  <a:ext uri="{FF2B5EF4-FFF2-40B4-BE49-F238E27FC236}">
                    <a16:creationId xmlns:a16="http://schemas.microsoft.com/office/drawing/2014/main" id="{AA963A7C-B855-D10A-B989-34EF21729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4077" y="1977201"/>
                <a:ext cx="669797" cy="1014525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sp>
        <p:nvSpPr>
          <p:cNvPr id="420" name="Rectangle: Rounded Corners 419">
            <a:extLst>
              <a:ext uri="{FF2B5EF4-FFF2-40B4-BE49-F238E27FC236}">
                <a16:creationId xmlns:a16="http://schemas.microsoft.com/office/drawing/2014/main" id="{9F7EA866-6AEF-CDE8-A1B0-9E57DE02C820}"/>
              </a:ext>
            </a:extLst>
          </p:cNvPr>
          <p:cNvSpPr/>
          <p:nvPr/>
        </p:nvSpPr>
        <p:spPr>
          <a:xfrm>
            <a:off x="2122998" y="5858199"/>
            <a:ext cx="8120506" cy="439157"/>
          </a:xfrm>
          <a:prstGeom prst="roundRect">
            <a:avLst>
              <a:gd name="adj" fmla="val 15654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04C98F49-2E65-4FE9-5D8C-798DEE0F55F2}"/>
              </a:ext>
            </a:extLst>
          </p:cNvPr>
          <p:cNvSpPr/>
          <p:nvPr/>
        </p:nvSpPr>
        <p:spPr>
          <a:xfrm>
            <a:off x="5037048" y="5717094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EXECUTION ENABLERS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EC2DF3-EC82-71AD-6FD6-A38B7CE16119}"/>
              </a:ext>
            </a:extLst>
          </p:cNvPr>
          <p:cNvSpPr/>
          <p:nvPr/>
        </p:nvSpPr>
        <p:spPr>
          <a:xfrm>
            <a:off x="1461854" y="1013656"/>
            <a:ext cx="1961831" cy="4350882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0" bIns="228600" rtlCol="0" anchor="t" anchorCtr="0"/>
          <a:lstStyle/>
          <a:p>
            <a:pPr marL="461963">
              <a:spcBef>
                <a:spcPts val="1200"/>
              </a:spcBef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Researchers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Health Quality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Public Health Agencies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Payers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Guideline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Policy Makers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Health IT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spc="-20" dirty="0">
                <a:solidFill>
                  <a:schemeClr val="tx1"/>
                </a:solidFill>
              </a:rPr>
              <a:t>Healthcare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Registries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87F43F0-3095-D901-46A8-3D998CE9BF7D}"/>
              </a:ext>
            </a:extLst>
          </p:cNvPr>
          <p:cNvSpPr/>
          <p:nvPr/>
        </p:nvSpPr>
        <p:spPr>
          <a:xfrm>
            <a:off x="1537047" y="811469"/>
            <a:ext cx="1842261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STAKEHOLDERS</a:t>
            </a:r>
          </a:p>
        </p:txBody>
      </p: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A6765722-D6F4-4AE3-62B6-A62C5B011691}"/>
              </a:ext>
            </a:extLst>
          </p:cNvPr>
          <p:cNvGrpSpPr/>
          <p:nvPr/>
        </p:nvGrpSpPr>
        <p:grpSpPr>
          <a:xfrm>
            <a:off x="1596745" y="1159362"/>
            <a:ext cx="423140" cy="4113879"/>
            <a:chOff x="1596745" y="1159362"/>
            <a:chExt cx="423140" cy="4113879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2BEB0BC7-B838-68A9-C70B-750838071D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6560" y="1159362"/>
              <a:ext cx="363510" cy="363510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1805A140-68B9-1072-0DCA-91AF4A172E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50637" y="3612645"/>
              <a:ext cx="315357" cy="224611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85087EF9-4267-1B47-BFB4-896B739560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25214" y="2119176"/>
              <a:ext cx="366203" cy="323120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BA1A9FC2-60DA-0D8C-A938-6E973B7965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60501" y="2631701"/>
              <a:ext cx="295629" cy="319279"/>
            </a:xfrm>
            <a:prstGeom prst="rect">
              <a:avLst/>
            </a:prstGeom>
          </p:spPr>
        </p:pic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C5EDA6F3-290B-E885-86C8-A709AC2116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681072" y="4077165"/>
              <a:ext cx="254487" cy="208216"/>
            </a:xfrm>
            <a:prstGeom prst="rect">
              <a:avLst/>
            </a:prstGeom>
          </p:spPr>
        </p:pic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48AEB242-9D82-0430-540E-3D80A0DAD4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13183" y="3144166"/>
              <a:ext cx="190264" cy="291289"/>
            </a:xfrm>
            <a:prstGeom prst="rect">
              <a:avLst/>
            </a:prstGeom>
          </p:spPr>
        </p:pic>
        <p:pic>
          <p:nvPicPr>
            <p:cNvPr id="72" name="Graphic 71" descr="Database with solid fill">
              <a:extLst>
                <a:ext uri="{FF2B5EF4-FFF2-40B4-BE49-F238E27FC236}">
                  <a16:creationId xmlns:a16="http://schemas.microsoft.com/office/drawing/2014/main" id="{7528FB99-0CFA-0AEA-DD55-9FCE0C6510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596745" y="4998921"/>
              <a:ext cx="423140" cy="274320"/>
            </a:xfrm>
            <a:prstGeom prst="rect">
              <a:avLst/>
            </a:prstGeom>
          </p:spPr>
        </p:pic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8123AB3-1E79-7DE8-6E3D-F1CCD0A00DE2}"/>
                </a:ext>
              </a:extLst>
            </p:cNvPr>
            <p:cNvGrpSpPr/>
            <p:nvPr/>
          </p:nvGrpSpPr>
          <p:grpSpPr>
            <a:xfrm>
              <a:off x="1614482" y="1728267"/>
              <a:ext cx="387667" cy="188507"/>
              <a:chOff x="8365976" y="594765"/>
              <a:chExt cx="648011" cy="315102"/>
            </a:xfrm>
            <a:solidFill>
              <a:srgbClr val="404040"/>
            </a:solidFill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9D67484-421F-2226-6AA4-4857B6F86F50}"/>
                  </a:ext>
                </a:extLst>
              </p:cNvPr>
              <p:cNvSpPr/>
              <p:nvPr/>
            </p:nvSpPr>
            <p:spPr>
              <a:xfrm>
                <a:off x="8617331" y="672993"/>
                <a:ext cx="145351" cy="145351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F1E8A90-3723-2415-CBEA-FBF1D1B835EA}"/>
                  </a:ext>
                </a:extLst>
              </p:cNvPr>
              <p:cNvSpPr/>
              <p:nvPr/>
            </p:nvSpPr>
            <p:spPr>
              <a:xfrm>
                <a:off x="8551137" y="817286"/>
                <a:ext cx="277742" cy="92581"/>
              </a:xfrm>
              <a:custGeom>
                <a:avLst/>
                <a:gdLst>
                  <a:gd name="csX0" fmla="*/ 155790 w 155790"/>
                  <a:gd name="csY0" fmla="*/ 51930 h 51930"/>
                  <a:gd name="csX1" fmla="*/ 155790 w 155790"/>
                  <a:gd name="csY1" fmla="*/ 28129 h 51930"/>
                  <a:gd name="csX2" fmla="*/ 126767 w 155790"/>
                  <a:gd name="csY2" fmla="*/ 0 h 51930"/>
                  <a:gd name="csX3" fmla="*/ 29023 w 155790"/>
                  <a:gd name="csY3" fmla="*/ 0 h 51930"/>
                  <a:gd name="csX4" fmla="*/ 0 w 155790"/>
                  <a:gd name="csY4" fmla="*/ 28129 h 51930"/>
                  <a:gd name="csX5" fmla="*/ 0 w 155790"/>
                  <a:gd name="csY5" fmla="*/ 51930 h 51930"/>
                  <a:gd name="csX6" fmla="*/ 155790 w 155790"/>
                  <a:gd name="csY6" fmla="*/ 51930 h 519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55790" h="51930">
                    <a:moveTo>
                      <a:pt x="155790" y="51930"/>
                    </a:moveTo>
                    <a:lnTo>
                      <a:pt x="155790" y="28129"/>
                    </a:lnTo>
                    <a:cubicBezTo>
                      <a:pt x="155790" y="13473"/>
                      <a:pt x="141423" y="0"/>
                      <a:pt x="126767" y="0"/>
                    </a:cubicBezTo>
                    <a:lnTo>
                      <a:pt x="29023" y="0"/>
                    </a:lnTo>
                    <a:cubicBezTo>
                      <a:pt x="14367" y="0"/>
                      <a:pt x="0" y="13473"/>
                      <a:pt x="0" y="28129"/>
                    </a:cubicBezTo>
                    <a:lnTo>
                      <a:pt x="0" y="51930"/>
                    </a:lnTo>
                    <a:lnTo>
                      <a:pt x="155790" y="51930"/>
                    </a:ln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08FCC2DC-9BD1-6912-C950-CA87C71BA6FC}"/>
                  </a:ext>
                </a:extLst>
              </p:cNvPr>
              <p:cNvSpPr/>
              <p:nvPr/>
            </p:nvSpPr>
            <p:spPr>
              <a:xfrm rot="20250002">
                <a:off x="8429928" y="594810"/>
                <a:ext cx="139487" cy="139487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1498ED6-6D05-11A3-49EB-55E92D1F87FB}"/>
                  </a:ext>
                </a:extLst>
              </p:cNvPr>
              <p:cNvSpPr/>
              <p:nvPr/>
            </p:nvSpPr>
            <p:spPr>
              <a:xfrm rot="20250002">
                <a:off x="8810576" y="594765"/>
                <a:ext cx="139487" cy="139489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AD5D3B6-AE98-F091-BC08-BF4B09A9A07A}"/>
                  </a:ext>
                </a:extLst>
              </p:cNvPr>
              <p:cNvSpPr/>
              <p:nvPr/>
            </p:nvSpPr>
            <p:spPr>
              <a:xfrm>
                <a:off x="8365976" y="750425"/>
                <a:ext cx="247960" cy="87436"/>
              </a:xfrm>
              <a:custGeom>
                <a:avLst/>
                <a:gdLst>
                  <a:gd name="csX0" fmla="*/ 132883 w 139085"/>
                  <a:gd name="csY0" fmla="*/ 23080 h 49045"/>
                  <a:gd name="csX1" fmla="*/ 139086 w 139085"/>
                  <a:gd name="csY1" fmla="*/ 23080 h 49045"/>
                  <a:gd name="csX2" fmla="*/ 128065 w 139085"/>
                  <a:gd name="csY2" fmla="*/ 779 h 49045"/>
                  <a:gd name="csX3" fmla="*/ 121920 w 139085"/>
                  <a:gd name="csY3" fmla="*/ 0 h 49045"/>
                  <a:gd name="csX4" fmla="*/ 28100 w 139085"/>
                  <a:gd name="csY4" fmla="*/ 0 h 49045"/>
                  <a:gd name="csX5" fmla="*/ 0 w 139085"/>
                  <a:gd name="csY5" fmla="*/ 26253 h 49045"/>
                  <a:gd name="csX6" fmla="*/ 0 w 139085"/>
                  <a:gd name="csY6" fmla="*/ 49045 h 49045"/>
                  <a:gd name="csX7" fmla="*/ 93301 w 139085"/>
                  <a:gd name="csY7" fmla="*/ 49045 h 49045"/>
                  <a:gd name="csX8" fmla="*/ 132883 w 139085"/>
                  <a:gd name="csY8" fmla="*/ 2308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32883" y="23080"/>
                    </a:moveTo>
                    <a:lnTo>
                      <a:pt x="139086" y="23080"/>
                    </a:lnTo>
                    <a:cubicBezTo>
                      <a:pt x="133835" y="16675"/>
                      <a:pt x="130027" y="9088"/>
                      <a:pt x="128065" y="779"/>
                    </a:cubicBezTo>
                    <a:cubicBezTo>
                      <a:pt x="126046" y="288"/>
                      <a:pt x="123968" y="0"/>
                      <a:pt x="121920" y="0"/>
                    </a:cubicBezTo>
                    <a:lnTo>
                      <a:pt x="28100" y="0"/>
                    </a:lnTo>
                    <a:cubicBezTo>
                      <a:pt x="14021" y="0"/>
                      <a:pt x="0" y="12175"/>
                      <a:pt x="0" y="26253"/>
                    </a:cubicBezTo>
                    <a:lnTo>
                      <a:pt x="0" y="49045"/>
                    </a:lnTo>
                    <a:lnTo>
                      <a:pt x="93301" y="49045"/>
                    </a:lnTo>
                    <a:cubicBezTo>
                      <a:pt x="100311" y="34216"/>
                      <a:pt x="116035" y="23080"/>
                      <a:pt x="132883" y="2308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C616C8D5-ADA7-CBB2-7DBE-6B5A35046EED}"/>
                  </a:ext>
                </a:extLst>
              </p:cNvPr>
              <p:cNvSpPr/>
              <p:nvPr/>
            </p:nvSpPr>
            <p:spPr>
              <a:xfrm>
                <a:off x="8766027" y="750425"/>
                <a:ext cx="247960" cy="87436"/>
              </a:xfrm>
              <a:custGeom>
                <a:avLst/>
                <a:gdLst>
                  <a:gd name="csX0" fmla="*/ 111015 w 139085"/>
                  <a:gd name="csY0" fmla="*/ 0 h 49045"/>
                  <a:gd name="csX1" fmla="*/ 17166 w 139085"/>
                  <a:gd name="csY1" fmla="*/ 0 h 49045"/>
                  <a:gd name="csX2" fmla="*/ 11021 w 139085"/>
                  <a:gd name="csY2" fmla="*/ 779 h 49045"/>
                  <a:gd name="csX3" fmla="*/ 0 w 139085"/>
                  <a:gd name="csY3" fmla="*/ 23080 h 49045"/>
                  <a:gd name="csX4" fmla="*/ 6203 w 139085"/>
                  <a:gd name="csY4" fmla="*/ 23080 h 49045"/>
                  <a:gd name="csX5" fmla="*/ 45785 w 139085"/>
                  <a:gd name="csY5" fmla="*/ 49045 h 49045"/>
                  <a:gd name="csX6" fmla="*/ 139086 w 139085"/>
                  <a:gd name="csY6" fmla="*/ 49045 h 49045"/>
                  <a:gd name="csX7" fmla="*/ 139086 w 139085"/>
                  <a:gd name="csY7" fmla="*/ 26253 h 49045"/>
                  <a:gd name="csX8" fmla="*/ 110986 w 139085"/>
                  <a:gd name="csY8" fmla="*/ 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11015" y="0"/>
                    </a:moveTo>
                    <a:lnTo>
                      <a:pt x="17166" y="0"/>
                    </a:lnTo>
                    <a:cubicBezTo>
                      <a:pt x="15089" y="0"/>
                      <a:pt x="13040" y="288"/>
                      <a:pt x="11021" y="779"/>
                    </a:cubicBezTo>
                    <a:cubicBezTo>
                      <a:pt x="9059" y="9088"/>
                      <a:pt x="5251" y="16675"/>
                      <a:pt x="0" y="23080"/>
                    </a:cubicBezTo>
                    <a:lnTo>
                      <a:pt x="6203" y="23080"/>
                    </a:lnTo>
                    <a:cubicBezTo>
                      <a:pt x="23051" y="23080"/>
                      <a:pt x="38746" y="34216"/>
                      <a:pt x="45785" y="49045"/>
                    </a:cubicBezTo>
                    <a:lnTo>
                      <a:pt x="139086" y="49045"/>
                    </a:lnTo>
                    <a:lnTo>
                      <a:pt x="139086" y="26253"/>
                    </a:lnTo>
                    <a:cubicBezTo>
                      <a:pt x="139086" y="12175"/>
                      <a:pt x="125065" y="0"/>
                      <a:pt x="110986" y="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938FC576-BA9F-D587-6A04-44FC8CE7D52B}"/>
                </a:ext>
              </a:extLst>
            </p:cNvPr>
            <p:cNvGrpSpPr/>
            <p:nvPr/>
          </p:nvGrpSpPr>
          <p:grpSpPr>
            <a:xfrm>
              <a:off x="1639268" y="4510867"/>
              <a:ext cx="350802" cy="323121"/>
              <a:chOff x="-845327" y="3581398"/>
              <a:chExt cx="1554495" cy="1431834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219CB75-F874-32F1-78E0-6AEE2FF5F384}"/>
                  </a:ext>
                </a:extLst>
              </p:cNvPr>
              <p:cNvSpPr/>
              <p:nvPr/>
            </p:nvSpPr>
            <p:spPr>
              <a:xfrm>
                <a:off x="-845327" y="4943545"/>
                <a:ext cx="1554495" cy="69687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888C50F-82D8-C155-6BC7-985987EF8B3A}"/>
                  </a:ext>
                </a:extLst>
              </p:cNvPr>
              <p:cNvSpPr/>
              <p:nvPr/>
            </p:nvSpPr>
            <p:spPr>
              <a:xfrm>
                <a:off x="-405315" y="3581398"/>
                <a:ext cx="674806" cy="308326"/>
              </a:xfrm>
              <a:custGeom>
                <a:avLst/>
                <a:gdLst>
                  <a:gd name="csX0" fmla="*/ 563690 w 563829"/>
                  <a:gd name="csY0" fmla="*/ 136978 h 257619"/>
                  <a:gd name="csX1" fmla="*/ 464412 w 563829"/>
                  <a:gd name="csY1" fmla="*/ 136978 h 257619"/>
                  <a:gd name="csX2" fmla="*/ 464412 w 563829"/>
                  <a:gd name="csY2" fmla="*/ 74423 h 257619"/>
                  <a:gd name="csX3" fmla="*/ 367927 w 563829"/>
                  <a:gd name="csY3" fmla="*/ 74423 h 257619"/>
                  <a:gd name="csX4" fmla="*/ 285964 w 563829"/>
                  <a:gd name="csY4" fmla="*/ 0 h 257619"/>
                  <a:gd name="csX5" fmla="*/ 277726 w 563829"/>
                  <a:gd name="csY5" fmla="*/ 0 h 257619"/>
                  <a:gd name="csX6" fmla="*/ 195762 w 563829"/>
                  <a:gd name="csY6" fmla="*/ 74423 h 257619"/>
                  <a:gd name="csX7" fmla="*/ 99278 w 563829"/>
                  <a:gd name="csY7" fmla="*/ 74423 h 257619"/>
                  <a:gd name="csX8" fmla="*/ 99278 w 563829"/>
                  <a:gd name="csY8" fmla="*/ 140329 h 257619"/>
                  <a:gd name="csX9" fmla="*/ 0 w 563829"/>
                  <a:gd name="csY9" fmla="*/ 140329 h 257619"/>
                  <a:gd name="csX10" fmla="*/ 0 w 563829"/>
                  <a:gd name="csY10" fmla="*/ 257619 h 257619"/>
                  <a:gd name="csX11" fmla="*/ 563829 w 563829"/>
                  <a:gd name="csY11" fmla="*/ 257619 h 257619"/>
                  <a:gd name="csX12" fmla="*/ 563829 w 563829"/>
                  <a:gd name="csY12" fmla="*/ 136838 h 257619"/>
                  <a:gd name="csX13" fmla="*/ 350473 w 563829"/>
                  <a:gd name="csY13" fmla="*/ 168255 h 257619"/>
                  <a:gd name="csX14" fmla="*/ 345447 w 563829"/>
                  <a:gd name="csY14" fmla="*/ 173282 h 257619"/>
                  <a:gd name="csX15" fmla="*/ 309841 w 563829"/>
                  <a:gd name="csY15" fmla="*/ 173282 h 257619"/>
                  <a:gd name="csX16" fmla="*/ 304814 w 563829"/>
                  <a:gd name="csY16" fmla="*/ 178309 h 257619"/>
                  <a:gd name="csX17" fmla="*/ 304814 w 563829"/>
                  <a:gd name="csY17" fmla="*/ 213915 h 257619"/>
                  <a:gd name="csX18" fmla="*/ 299787 w 563829"/>
                  <a:gd name="csY18" fmla="*/ 218941 h 257619"/>
                  <a:gd name="csX19" fmla="*/ 263623 w 563829"/>
                  <a:gd name="csY19" fmla="*/ 218941 h 257619"/>
                  <a:gd name="csX20" fmla="*/ 258596 w 563829"/>
                  <a:gd name="csY20" fmla="*/ 213915 h 257619"/>
                  <a:gd name="csX21" fmla="*/ 258596 w 563829"/>
                  <a:gd name="csY21" fmla="*/ 178309 h 257619"/>
                  <a:gd name="csX22" fmla="*/ 253570 w 563829"/>
                  <a:gd name="csY22" fmla="*/ 173282 h 257619"/>
                  <a:gd name="csX23" fmla="*/ 217964 w 563829"/>
                  <a:gd name="csY23" fmla="*/ 173282 h 257619"/>
                  <a:gd name="csX24" fmla="*/ 212937 w 563829"/>
                  <a:gd name="csY24" fmla="*/ 168255 h 257619"/>
                  <a:gd name="csX25" fmla="*/ 212937 w 563829"/>
                  <a:gd name="csY25" fmla="*/ 132091 h 257619"/>
                  <a:gd name="csX26" fmla="*/ 217964 w 563829"/>
                  <a:gd name="csY26" fmla="*/ 127064 h 257619"/>
                  <a:gd name="csX27" fmla="*/ 253570 w 563829"/>
                  <a:gd name="csY27" fmla="*/ 127064 h 257619"/>
                  <a:gd name="csX28" fmla="*/ 258596 w 563829"/>
                  <a:gd name="csY28" fmla="*/ 122037 h 257619"/>
                  <a:gd name="csX29" fmla="*/ 258596 w 563829"/>
                  <a:gd name="csY29" fmla="*/ 86432 h 257619"/>
                  <a:gd name="csX30" fmla="*/ 263623 w 563829"/>
                  <a:gd name="csY30" fmla="*/ 81405 h 257619"/>
                  <a:gd name="csX31" fmla="*/ 299787 w 563829"/>
                  <a:gd name="csY31" fmla="*/ 81405 h 257619"/>
                  <a:gd name="csX32" fmla="*/ 304814 w 563829"/>
                  <a:gd name="csY32" fmla="*/ 86432 h 257619"/>
                  <a:gd name="csX33" fmla="*/ 304814 w 563829"/>
                  <a:gd name="csY33" fmla="*/ 122037 h 257619"/>
                  <a:gd name="csX34" fmla="*/ 309841 w 563829"/>
                  <a:gd name="csY34" fmla="*/ 127064 h 257619"/>
                  <a:gd name="csX35" fmla="*/ 345447 w 563829"/>
                  <a:gd name="csY35" fmla="*/ 127064 h 257619"/>
                  <a:gd name="csX36" fmla="*/ 350473 w 563829"/>
                  <a:gd name="csY36" fmla="*/ 132091 h 257619"/>
                  <a:gd name="csX37" fmla="*/ 350473 w 563829"/>
                  <a:gd name="csY37" fmla="*/ 168255 h 2576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563829" h="257619">
                    <a:moveTo>
                      <a:pt x="563690" y="136978"/>
                    </a:moveTo>
                    <a:lnTo>
                      <a:pt x="464412" y="136978"/>
                    </a:lnTo>
                    <a:lnTo>
                      <a:pt x="464412" y="74423"/>
                    </a:lnTo>
                    <a:lnTo>
                      <a:pt x="367927" y="74423"/>
                    </a:lnTo>
                    <a:cubicBezTo>
                      <a:pt x="363878" y="32674"/>
                      <a:pt x="328831" y="0"/>
                      <a:pt x="285964" y="0"/>
                    </a:cubicBezTo>
                    <a:lnTo>
                      <a:pt x="277726" y="0"/>
                    </a:lnTo>
                    <a:cubicBezTo>
                      <a:pt x="234859" y="0"/>
                      <a:pt x="199672" y="32674"/>
                      <a:pt x="195762" y="74423"/>
                    </a:cubicBezTo>
                    <a:lnTo>
                      <a:pt x="99278" y="74423"/>
                    </a:lnTo>
                    <a:lnTo>
                      <a:pt x="99278" y="140329"/>
                    </a:lnTo>
                    <a:lnTo>
                      <a:pt x="0" y="140329"/>
                    </a:lnTo>
                    <a:lnTo>
                      <a:pt x="0" y="257619"/>
                    </a:lnTo>
                    <a:lnTo>
                      <a:pt x="563829" y="257619"/>
                    </a:lnTo>
                    <a:lnTo>
                      <a:pt x="563829" y="136838"/>
                    </a:lnTo>
                    <a:close/>
                    <a:moveTo>
                      <a:pt x="350473" y="168255"/>
                    </a:moveTo>
                    <a:cubicBezTo>
                      <a:pt x="350473" y="171048"/>
                      <a:pt x="348239" y="173282"/>
                      <a:pt x="345447" y="173282"/>
                    </a:cubicBezTo>
                    <a:lnTo>
                      <a:pt x="309841" y="173282"/>
                    </a:lnTo>
                    <a:cubicBezTo>
                      <a:pt x="307048" y="173282"/>
                      <a:pt x="304814" y="175516"/>
                      <a:pt x="304814" y="178309"/>
                    </a:cubicBezTo>
                    <a:lnTo>
                      <a:pt x="304814" y="213915"/>
                    </a:lnTo>
                    <a:cubicBezTo>
                      <a:pt x="304814" y="216707"/>
                      <a:pt x="302580" y="218941"/>
                      <a:pt x="299787" y="218941"/>
                    </a:cubicBezTo>
                    <a:lnTo>
                      <a:pt x="263623" y="218941"/>
                    </a:lnTo>
                    <a:cubicBezTo>
                      <a:pt x="260830" y="218941"/>
                      <a:pt x="258596" y="216707"/>
                      <a:pt x="258596" y="213915"/>
                    </a:cubicBezTo>
                    <a:lnTo>
                      <a:pt x="258596" y="178309"/>
                    </a:lnTo>
                    <a:cubicBezTo>
                      <a:pt x="258596" y="175516"/>
                      <a:pt x="256362" y="173282"/>
                      <a:pt x="253570" y="173282"/>
                    </a:cubicBezTo>
                    <a:lnTo>
                      <a:pt x="217964" y="173282"/>
                    </a:lnTo>
                    <a:cubicBezTo>
                      <a:pt x="215171" y="173282"/>
                      <a:pt x="212937" y="171048"/>
                      <a:pt x="212937" y="168255"/>
                    </a:cubicBezTo>
                    <a:lnTo>
                      <a:pt x="212937" y="132091"/>
                    </a:lnTo>
                    <a:cubicBezTo>
                      <a:pt x="212937" y="129298"/>
                      <a:pt x="215171" y="127064"/>
                      <a:pt x="217964" y="127064"/>
                    </a:cubicBezTo>
                    <a:lnTo>
                      <a:pt x="253570" y="127064"/>
                    </a:lnTo>
                    <a:cubicBezTo>
                      <a:pt x="256362" y="127064"/>
                      <a:pt x="258596" y="124830"/>
                      <a:pt x="258596" y="122037"/>
                    </a:cubicBezTo>
                    <a:lnTo>
                      <a:pt x="258596" y="86432"/>
                    </a:lnTo>
                    <a:cubicBezTo>
                      <a:pt x="258596" y="83639"/>
                      <a:pt x="260830" y="81405"/>
                      <a:pt x="263623" y="81405"/>
                    </a:cubicBezTo>
                    <a:lnTo>
                      <a:pt x="299787" y="81405"/>
                    </a:lnTo>
                    <a:cubicBezTo>
                      <a:pt x="302580" y="81405"/>
                      <a:pt x="304814" y="83639"/>
                      <a:pt x="304814" y="86432"/>
                    </a:cubicBezTo>
                    <a:lnTo>
                      <a:pt x="304814" y="122037"/>
                    </a:lnTo>
                    <a:cubicBezTo>
                      <a:pt x="304814" y="124830"/>
                      <a:pt x="307048" y="127064"/>
                      <a:pt x="309841" y="127064"/>
                    </a:cubicBezTo>
                    <a:lnTo>
                      <a:pt x="345447" y="127064"/>
                    </a:lnTo>
                    <a:cubicBezTo>
                      <a:pt x="348239" y="127064"/>
                      <a:pt x="350473" y="129298"/>
                      <a:pt x="350473" y="132091"/>
                    </a:cubicBezTo>
                    <a:lnTo>
                      <a:pt x="350473" y="168255"/>
                    </a:lnTo>
                    <a:close/>
                  </a:path>
                </a:pathLst>
              </a:cu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23259470-E657-BE39-3B69-C424BF9A07CE}"/>
                  </a:ext>
                </a:extLst>
              </p:cNvPr>
              <p:cNvSpPr/>
              <p:nvPr/>
            </p:nvSpPr>
            <p:spPr>
              <a:xfrm>
                <a:off x="-405483" y="3956568"/>
                <a:ext cx="674638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7050519-2E03-5638-3E46-FA30F31AC0A8}"/>
                  </a:ext>
                </a:extLst>
              </p:cNvPr>
              <p:cNvSpPr/>
              <p:nvPr/>
            </p:nvSpPr>
            <p:spPr>
              <a:xfrm>
                <a:off x="327981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4D813845-702F-883E-0A6F-85DF8F937E42}"/>
                  </a:ext>
                </a:extLst>
              </p:cNvPr>
              <p:cNvSpPr/>
              <p:nvPr/>
            </p:nvSpPr>
            <p:spPr>
              <a:xfrm rot="10800000">
                <a:off x="-751076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A8D726D-B417-9663-1607-5FDD59DF46A8}"/>
                  </a:ext>
                </a:extLst>
              </p:cNvPr>
              <p:cNvSpPr/>
              <p:nvPr/>
            </p:nvSpPr>
            <p:spPr>
              <a:xfrm>
                <a:off x="-192916" y="4633548"/>
                <a:ext cx="249501" cy="282588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5C127A9D-C374-7886-FDB5-40A81EE038EF}"/>
                  </a:ext>
                </a:extLst>
              </p:cNvPr>
              <p:cNvSpPr/>
              <p:nvPr/>
            </p:nvSpPr>
            <p:spPr>
              <a:xfrm>
                <a:off x="-277642" y="4082239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FE67A421-A6D9-00EA-735A-E59EE157CCAD}"/>
                  </a:ext>
                </a:extLst>
              </p:cNvPr>
              <p:cNvSpPr/>
              <p:nvPr/>
            </p:nvSpPr>
            <p:spPr>
              <a:xfrm>
                <a:off x="-277642" y="4270577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1E873AD-970C-C09C-5A11-3D6B1A500547}"/>
                  </a:ext>
                </a:extLst>
              </p:cNvPr>
              <p:cNvSpPr/>
              <p:nvPr/>
            </p:nvSpPr>
            <p:spPr>
              <a:xfrm>
                <a:off x="-277642" y="4459082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BF17FDD9-3BA1-4DE7-D005-99FD73BF3821}"/>
                  </a:ext>
                </a:extLst>
              </p:cNvPr>
              <p:cNvSpPr/>
              <p:nvPr/>
            </p:nvSpPr>
            <p:spPr>
              <a:xfrm rot="10800000">
                <a:off x="-9423" y="408240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8CA1271E-7B5A-C3FD-5918-42ED31BAAE24}"/>
                  </a:ext>
                </a:extLst>
              </p:cNvPr>
              <p:cNvSpPr/>
              <p:nvPr/>
            </p:nvSpPr>
            <p:spPr>
              <a:xfrm rot="10800000">
                <a:off x="438945" y="408240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7F1D44E7-A738-2F87-7980-9CF0CE866698}"/>
                  </a:ext>
                </a:extLst>
              </p:cNvPr>
              <p:cNvSpPr/>
              <p:nvPr/>
            </p:nvSpPr>
            <p:spPr>
              <a:xfrm rot="10800000">
                <a:off x="438945" y="4270745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FBB339DD-50AC-3E84-0EC6-D92D4FB5956D}"/>
                  </a:ext>
                </a:extLst>
              </p:cNvPr>
              <p:cNvSpPr/>
              <p:nvPr/>
            </p:nvSpPr>
            <p:spPr>
              <a:xfrm rot="10800000">
                <a:off x="438945" y="445891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5195C57B-2786-E1C6-62A0-65D2E7B96D0C}"/>
                  </a:ext>
                </a:extLst>
              </p:cNvPr>
              <p:cNvSpPr/>
              <p:nvPr/>
            </p:nvSpPr>
            <p:spPr>
              <a:xfrm rot="10800000">
                <a:off x="438945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4031B58B-1B47-4137-21C4-0E0A4BF62A90}"/>
                  </a:ext>
                </a:extLst>
              </p:cNvPr>
              <p:cNvSpPr/>
              <p:nvPr/>
            </p:nvSpPr>
            <p:spPr>
              <a:xfrm>
                <a:off x="-640278" y="408223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CEEC1EBD-B848-8240-BCD1-F3A0E3439C2D}"/>
                  </a:ext>
                </a:extLst>
              </p:cNvPr>
              <p:cNvSpPr/>
              <p:nvPr/>
            </p:nvSpPr>
            <p:spPr>
              <a:xfrm>
                <a:off x="-640278" y="4270577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018BECBB-C2F9-AB76-7845-03B0ED085A4F}"/>
                  </a:ext>
                </a:extLst>
              </p:cNvPr>
              <p:cNvSpPr/>
              <p:nvPr/>
            </p:nvSpPr>
            <p:spPr>
              <a:xfrm>
                <a:off x="-640278" y="4459082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28F4413B-7428-2328-6AAA-88E97442193A}"/>
                  </a:ext>
                </a:extLst>
              </p:cNvPr>
              <p:cNvSpPr/>
              <p:nvPr/>
            </p:nvSpPr>
            <p:spPr>
              <a:xfrm>
                <a:off x="-640278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AF10CB46-0230-7EE9-4E7F-07D0C3E1DD7E}"/>
                  </a:ext>
                </a:extLst>
              </p:cNvPr>
              <p:cNvSpPr/>
              <p:nvPr/>
            </p:nvSpPr>
            <p:spPr>
              <a:xfrm rot="10800000">
                <a:off x="-9423" y="4270745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1A08D05-BB21-EEFA-107E-CF0C7B47AE1E}"/>
                  </a:ext>
                </a:extLst>
              </p:cNvPr>
              <p:cNvSpPr/>
              <p:nvPr/>
            </p:nvSpPr>
            <p:spPr>
              <a:xfrm rot="10800000">
                <a:off x="-9423" y="445891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4" name="Arc 23">
            <a:extLst>
              <a:ext uri="{FF2B5EF4-FFF2-40B4-BE49-F238E27FC236}">
                <a16:creationId xmlns:a16="http://schemas.microsoft.com/office/drawing/2014/main" id="{4C215B7F-16C0-EE0D-4201-B18C9930A094}"/>
              </a:ext>
            </a:extLst>
          </p:cNvPr>
          <p:cNvSpPr/>
          <p:nvPr/>
        </p:nvSpPr>
        <p:spPr>
          <a:xfrm rot="11700000">
            <a:off x="2226386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381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9B007BCF-2323-2F5D-031C-185E2D1FEBF3}"/>
              </a:ext>
            </a:extLst>
          </p:cNvPr>
          <p:cNvSpPr/>
          <p:nvPr/>
        </p:nvSpPr>
        <p:spPr>
          <a:xfrm rot="9900000" flipH="1">
            <a:off x="7863912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381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CE3A740-1627-3BB5-0F0C-6A079E8E52D1}"/>
              </a:ext>
            </a:extLst>
          </p:cNvPr>
          <p:cNvGrpSpPr>
            <a:grpSpLocks/>
          </p:cNvGrpSpPr>
          <p:nvPr/>
        </p:nvGrpSpPr>
        <p:grpSpPr>
          <a:xfrm rot="900000">
            <a:off x="4830003" y="1797316"/>
            <a:ext cx="2520000" cy="2520000"/>
            <a:chOff x="4305052" y="2009112"/>
            <a:chExt cx="3717629" cy="367646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C9741D9-9DA5-5989-717E-0E94AF2DD408}"/>
                </a:ext>
              </a:extLst>
            </p:cNvPr>
            <p:cNvCxnSpPr/>
            <p:nvPr/>
          </p:nvCxnSpPr>
          <p:spPr>
            <a:xfrm flipV="1">
              <a:off x="6885531" y="2009112"/>
              <a:ext cx="1137150" cy="1115142"/>
            </a:xfrm>
            <a:prstGeom prst="line">
              <a:avLst/>
            </a:prstGeom>
            <a:ln w="38100" cap="rnd">
              <a:solidFill>
                <a:srgbClr val="029FBE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ADF72C0-B053-E9F6-200F-87D9CC44F658}"/>
                </a:ext>
              </a:extLst>
            </p:cNvPr>
            <p:cNvCxnSpPr/>
            <p:nvPr/>
          </p:nvCxnSpPr>
          <p:spPr>
            <a:xfrm>
              <a:off x="6885531" y="4570433"/>
              <a:ext cx="1137150" cy="1115142"/>
            </a:xfrm>
            <a:prstGeom prst="line">
              <a:avLst/>
            </a:prstGeom>
            <a:ln w="38100" cap="rnd">
              <a:solidFill>
                <a:srgbClr val="E7724F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50B2043-4E62-4218-5FA4-70C339A86B1F}"/>
                </a:ext>
              </a:extLst>
            </p:cNvPr>
            <p:cNvCxnSpPr/>
            <p:nvPr/>
          </p:nvCxnSpPr>
          <p:spPr>
            <a:xfrm flipH="1" flipV="1">
              <a:off x="4305052" y="2009112"/>
              <a:ext cx="1137150" cy="1115142"/>
            </a:xfrm>
            <a:prstGeom prst="line">
              <a:avLst/>
            </a:prstGeom>
            <a:ln w="38100" cap="rnd">
              <a:solidFill>
                <a:srgbClr val="016074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83C31CC-312D-8C3C-407C-1054EBE700B9}"/>
                </a:ext>
              </a:extLst>
            </p:cNvPr>
            <p:cNvCxnSpPr/>
            <p:nvPr/>
          </p:nvCxnSpPr>
          <p:spPr>
            <a:xfrm flipH="1">
              <a:off x="4305052" y="4570433"/>
              <a:ext cx="1137150" cy="1115142"/>
            </a:xfrm>
            <a:prstGeom prst="line">
              <a:avLst/>
            </a:prstGeom>
            <a:ln w="38100" cap="rnd">
              <a:solidFill>
                <a:srgbClr val="107B0D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6CEE6-F9C8-D34A-6B7E-D22DB730BEBC}"/>
              </a:ext>
            </a:extLst>
          </p:cNvPr>
          <p:cNvCxnSpPr>
            <a:cxnSpLocks/>
            <a:stCxn id="140" idx="2"/>
          </p:cNvCxnSpPr>
          <p:nvPr/>
        </p:nvCxnSpPr>
        <p:spPr>
          <a:xfrm flipV="1">
            <a:off x="6376393" y="1453834"/>
            <a:ext cx="477999" cy="968868"/>
          </a:xfrm>
          <a:prstGeom prst="line">
            <a:avLst/>
          </a:prstGeom>
          <a:ln w="38100" cap="rnd">
            <a:solidFill>
              <a:srgbClr val="029FBE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A7A5AA-910E-E052-6671-C4D0EE9F6D95}"/>
              </a:ext>
            </a:extLst>
          </p:cNvPr>
          <p:cNvCxnSpPr>
            <a:cxnSpLocks/>
          </p:cNvCxnSpPr>
          <p:nvPr/>
        </p:nvCxnSpPr>
        <p:spPr>
          <a:xfrm>
            <a:off x="6675769" y="3420185"/>
            <a:ext cx="970354" cy="495362"/>
          </a:xfrm>
          <a:prstGeom prst="line">
            <a:avLst/>
          </a:prstGeom>
          <a:ln w="38100" cap="rnd">
            <a:solidFill>
              <a:srgbClr val="E7724F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21874E-A139-4630-67F8-B216F73DAC6B}"/>
              </a:ext>
            </a:extLst>
          </p:cNvPr>
          <p:cNvCxnSpPr/>
          <p:nvPr/>
        </p:nvCxnSpPr>
        <p:spPr>
          <a:xfrm rot="20700000" flipH="1" flipV="1">
            <a:off x="4617581" y="2064319"/>
            <a:ext cx="770819" cy="764365"/>
          </a:xfrm>
          <a:prstGeom prst="line">
            <a:avLst/>
          </a:prstGeom>
          <a:ln w="38100" cap="rnd">
            <a:solidFill>
              <a:srgbClr val="016074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02DD34-038E-931F-7AF9-1E003499FBC3}"/>
              </a:ext>
            </a:extLst>
          </p:cNvPr>
          <p:cNvCxnSpPr/>
          <p:nvPr/>
        </p:nvCxnSpPr>
        <p:spPr>
          <a:xfrm rot="20700000" flipH="1">
            <a:off x="5071973" y="3760133"/>
            <a:ext cx="770819" cy="764365"/>
          </a:xfrm>
          <a:prstGeom prst="line">
            <a:avLst/>
          </a:prstGeom>
          <a:ln w="38100" cap="rnd">
            <a:solidFill>
              <a:srgbClr val="107B0D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reeform 17">
            <a:extLst>
              <a:ext uri="{FF2B5EF4-FFF2-40B4-BE49-F238E27FC236}">
                <a16:creationId xmlns:a16="http://schemas.microsoft.com/office/drawing/2014/main" id="{DAEADE6C-0FD5-DACD-AE0D-FCCFAB54DBBA}"/>
              </a:ext>
            </a:extLst>
          </p:cNvPr>
          <p:cNvSpPr>
            <a:spLocks noChangeAspect="1"/>
          </p:cNvSpPr>
          <p:nvPr/>
        </p:nvSpPr>
        <p:spPr bwMode="auto">
          <a:xfrm>
            <a:off x="5079064" y="2039910"/>
            <a:ext cx="2014030" cy="2015999"/>
          </a:xfrm>
          <a:custGeom>
            <a:avLst/>
            <a:gdLst>
              <a:gd name="T0" fmla="*/ 947 w 1152"/>
              <a:gd name="T1" fmla="*/ 948 h 1153"/>
              <a:gd name="T2" fmla="*/ 205 w 1152"/>
              <a:gd name="T3" fmla="*/ 948 h 1153"/>
              <a:gd name="T4" fmla="*/ 205 w 1152"/>
              <a:gd name="T5" fmla="*/ 205 h 1153"/>
              <a:gd name="T6" fmla="*/ 947 w 1152"/>
              <a:gd name="T7" fmla="*/ 205 h 1153"/>
              <a:gd name="T8" fmla="*/ 947 w 1152"/>
              <a:gd name="T9" fmla="*/ 948 h 1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1153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  <a:effectLst>
            <a:glow rad="494369">
              <a:schemeClr val="bg1">
                <a:lumMod val="75000"/>
                <a:alpha val="20605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9B15FF1-B921-3AFB-B2A7-FB355F602C53}"/>
              </a:ext>
            </a:extLst>
          </p:cNvPr>
          <p:cNvGrpSpPr/>
          <p:nvPr/>
        </p:nvGrpSpPr>
        <p:grpSpPr>
          <a:xfrm>
            <a:off x="5362695" y="2285785"/>
            <a:ext cx="1223653" cy="1534108"/>
            <a:chOff x="7507167" y="5883053"/>
            <a:chExt cx="979900" cy="681474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C69B15C-2BA5-C252-F7A8-BE0DE2D68500}"/>
                </a:ext>
              </a:extLst>
            </p:cNvPr>
            <p:cNvSpPr txBox="1"/>
            <p:nvPr/>
          </p:nvSpPr>
          <p:spPr>
            <a:xfrm>
              <a:off x="7769413" y="6482304"/>
              <a:ext cx="373640" cy="8222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Patient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D090D33-6AAC-27A2-CD8E-8A02FB1346C5}"/>
                </a:ext>
              </a:extLst>
            </p:cNvPr>
            <p:cNvSpPr txBox="1"/>
            <p:nvPr/>
          </p:nvSpPr>
          <p:spPr>
            <a:xfrm>
              <a:off x="7507167" y="5963705"/>
              <a:ext cx="569903" cy="7404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spc="10" dirty="0"/>
                <a:t>Population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79F1E53-F50B-F0D4-D6A1-84F6FB616E3E}"/>
                </a:ext>
              </a:extLst>
            </p:cNvPr>
            <p:cNvSpPr txBox="1"/>
            <p:nvPr/>
          </p:nvSpPr>
          <p:spPr>
            <a:xfrm>
              <a:off x="8150803" y="5883053"/>
              <a:ext cx="336264" cy="6082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Public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C2266A-567D-ABD9-F5F3-C661BEE7DD3A}"/>
              </a:ext>
            </a:extLst>
          </p:cNvPr>
          <p:cNvSpPr txBox="1"/>
          <p:nvPr/>
        </p:nvSpPr>
        <p:spPr>
          <a:xfrm>
            <a:off x="6230912" y="3461074"/>
            <a:ext cx="545695" cy="142462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sz="1100" b="1" dirty="0"/>
              <a:t>Provider</a:t>
            </a:r>
          </a:p>
        </p:txBody>
      </p:sp>
      <p:pic>
        <p:nvPicPr>
          <p:cNvPr id="161" name="Graphic 160">
            <a:extLst>
              <a:ext uri="{FF2B5EF4-FFF2-40B4-BE49-F238E27FC236}">
                <a16:creationId xmlns:a16="http://schemas.microsoft.com/office/drawing/2014/main" id="{20031A00-4AAB-E8AD-1111-BBB80AF354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21466" y="2519842"/>
            <a:ext cx="635692" cy="635695"/>
          </a:xfrm>
          <a:prstGeom prst="rect">
            <a:avLst/>
          </a:prstGeom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5CD8368-923E-BAE9-ED88-C48B1E800664}"/>
              </a:ext>
            </a:extLst>
          </p:cNvPr>
          <p:cNvGrpSpPr/>
          <p:nvPr/>
        </p:nvGrpSpPr>
        <p:grpSpPr>
          <a:xfrm>
            <a:off x="5762421" y="2965031"/>
            <a:ext cx="185121" cy="216222"/>
            <a:chOff x="5765596" y="2977731"/>
            <a:chExt cx="185121" cy="216222"/>
          </a:xfrm>
        </p:grpSpPr>
        <p:sp>
          <p:nvSpPr>
            <p:cNvPr id="76" name="Round Same Side Corner Rectangle 75">
              <a:extLst>
                <a:ext uri="{FF2B5EF4-FFF2-40B4-BE49-F238E27FC236}">
                  <a16:creationId xmlns:a16="http://schemas.microsoft.com/office/drawing/2014/main" id="{326FFED7-195F-8EFF-A0DD-9A35DAA2BD8E}"/>
                </a:ext>
              </a:extLst>
            </p:cNvPr>
            <p:cNvSpPr/>
            <p:nvPr/>
          </p:nvSpPr>
          <p:spPr>
            <a:xfrm>
              <a:off x="5765596" y="3064404"/>
              <a:ext cx="185121" cy="12954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E99F65D-356B-BF50-CB86-97792F2B8D61}"/>
                </a:ext>
              </a:extLst>
            </p:cNvPr>
            <p:cNvSpPr/>
            <p:nvPr/>
          </p:nvSpPr>
          <p:spPr>
            <a:xfrm>
              <a:off x="5803504" y="2977731"/>
              <a:ext cx="110080" cy="10666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ound Same Side Corner Rectangle 60">
            <a:extLst>
              <a:ext uri="{FF2B5EF4-FFF2-40B4-BE49-F238E27FC236}">
                <a16:creationId xmlns:a16="http://schemas.microsoft.com/office/drawing/2014/main" id="{1F45F81A-D797-4C39-76FD-8C373C98AD7A}"/>
              </a:ext>
            </a:extLst>
          </p:cNvPr>
          <p:cNvSpPr/>
          <p:nvPr/>
        </p:nvSpPr>
        <p:spPr>
          <a:xfrm>
            <a:off x="5910048" y="3176055"/>
            <a:ext cx="185121" cy="1295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1E49564-F800-5099-5A58-291033ED0BAF}"/>
              </a:ext>
            </a:extLst>
          </p:cNvPr>
          <p:cNvGrpSpPr/>
          <p:nvPr/>
        </p:nvGrpSpPr>
        <p:grpSpPr>
          <a:xfrm>
            <a:off x="5434055" y="2688608"/>
            <a:ext cx="788224" cy="742169"/>
            <a:chOff x="5434055" y="2688608"/>
            <a:chExt cx="788224" cy="74216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C5AE245-AE06-CBF6-A15E-779501A04C75}"/>
                </a:ext>
              </a:extLst>
            </p:cNvPr>
            <p:cNvGrpSpPr/>
            <p:nvPr/>
          </p:nvGrpSpPr>
          <p:grpSpPr>
            <a:xfrm>
              <a:off x="5845340" y="2688608"/>
              <a:ext cx="185121" cy="317719"/>
              <a:chOff x="5756878" y="3132633"/>
              <a:chExt cx="205772" cy="353161"/>
            </a:xfrm>
            <a:solidFill>
              <a:schemeClr val="bg1">
                <a:lumMod val="65000"/>
              </a:schemeClr>
            </a:solidFill>
          </p:grpSpPr>
          <p:sp>
            <p:nvSpPr>
              <p:cNvPr id="103" name="Round Same Side Corner Rectangle 102">
                <a:extLst>
                  <a:ext uri="{FF2B5EF4-FFF2-40B4-BE49-F238E27FC236}">
                    <a16:creationId xmlns:a16="http://schemas.microsoft.com/office/drawing/2014/main" id="{FF3F3C65-D708-16CD-C58D-72CAEA2644CE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25681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85D6744F-2798-F873-D23F-9327ACABCFA6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B10D6A7-72CF-CF74-493A-72A3A9EC9CF6}"/>
                </a:ext>
              </a:extLst>
            </p:cNvPr>
            <p:cNvGrpSpPr/>
            <p:nvPr/>
          </p:nvGrpSpPr>
          <p:grpSpPr>
            <a:xfrm>
              <a:off x="5685926" y="2715727"/>
              <a:ext cx="185121" cy="296430"/>
              <a:chOff x="5756878" y="3132633"/>
              <a:chExt cx="205772" cy="329498"/>
            </a:xfrm>
            <a:solidFill>
              <a:schemeClr val="bg1">
                <a:lumMod val="65000"/>
              </a:schemeClr>
            </a:solidFill>
          </p:grpSpPr>
          <p:sp>
            <p:nvSpPr>
              <p:cNvPr id="101" name="Round Same Side Corner Rectangle 100">
                <a:extLst>
                  <a:ext uri="{FF2B5EF4-FFF2-40B4-BE49-F238E27FC236}">
                    <a16:creationId xmlns:a16="http://schemas.microsoft.com/office/drawing/2014/main" id="{1A68487E-21F6-58FD-B472-FBD6019E34BE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3315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A482FB03-4AAF-94FE-70EE-7B83FD075120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960FE86-48F6-319F-011A-FB54D7D1122E}"/>
                </a:ext>
              </a:extLst>
            </p:cNvPr>
            <p:cNvGrpSpPr/>
            <p:nvPr/>
          </p:nvGrpSpPr>
          <p:grpSpPr>
            <a:xfrm>
              <a:off x="5557917" y="2786525"/>
              <a:ext cx="185121" cy="262856"/>
              <a:chOff x="5756878" y="3132633"/>
              <a:chExt cx="205772" cy="292178"/>
            </a:xfrm>
            <a:solidFill>
              <a:schemeClr val="bg1">
                <a:lumMod val="65000"/>
              </a:schemeClr>
            </a:solidFill>
          </p:grpSpPr>
          <p:sp>
            <p:nvSpPr>
              <p:cNvPr id="99" name="Round Same Side Corner Rectangle 98">
                <a:extLst>
                  <a:ext uri="{FF2B5EF4-FFF2-40B4-BE49-F238E27FC236}">
                    <a16:creationId xmlns:a16="http://schemas.microsoft.com/office/drawing/2014/main" id="{ED36CCC9-A3DB-CAC5-427A-AE5940F59AAD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19583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C266E7E1-F6CF-49BD-D882-BA0E4D9BDCCB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C355B6B-2DD2-71CE-D38B-12CFE944AD96}"/>
                </a:ext>
              </a:extLst>
            </p:cNvPr>
            <p:cNvGrpSpPr/>
            <p:nvPr/>
          </p:nvGrpSpPr>
          <p:grpSpPr>
            <a:xfrm>
              <a:off x="5968472" y="2775644"/>
              <a:ext cx="185121" cy="279267"/>
              <a:chOff x="5756878" y="3132633"/>
              <a:chExt cx="205772" cy="310420"/>
            </a:xfrm>
            <a:solidFill>
              <a:schemeClr val="bg1">
                <a:lumMod val="65000"/>
              </a:schemeClr>
            </a:solidFill>
          </p:grpSpPr>
          <p:sp>
            <p:nvSpPr>
              <p:cNvPr id="97" name="Round Same Side Corner Rectangle 96">
                <a:extLst>
                  <a:ext uri="{FF2B5EF4-FFF2-40B4-BE49-F238E27FC236}">
                    <a16:creationId xmlns:a16="http://schemas.microsoft.com/office/drawing/2014/main" id="{E55E38FC-AFF5-8253-09EA-5EBFEED4DF88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140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46052965-6D5F-EF80-9B52-46CAB0B627A6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8A28EF9-190F-F799-CC9B-23C80A77F42E}"/>
                </a:ext>
              </a:extLst>
            </p:cNvPr>
            <p:cNvGrpSpPr/>
            <p:nvPr/>
          </p:nvGrpSpPr>
          <p:grpSpPr>
            <a:xfrm>
              <a:off x="5830938" y="2855063"/>
              <a:ext cx="185121" cy="272968"/>
              <a:chOff x="5756878" y="3132633"/>
              <a:chExt cx="205772" cy="303418"/>
            </a:xfrm>
            <a:solidFill>
              <a:schemeClr val="bg1">
                <a:lumMod val="65000"/>
              </a:schemeClr>
            </a:solidFill>
          </p:grpSpPr>
          <p:sp>
            <p:nvSpPr>
              <p:cNvPr id="95" name="Round Same Side Corner Rectangle 94">
                <a:extLst>
                  <a:ext uri="{FF2B5EF4-FFF2-40B4-BE49-F238E27FC236}">
                    <a16:creationId xmlns:a16="http://schemas.microsoft.com/office/drawing/2014/main" id="{4848FE94-58D1-09E4-D14A-DA67E0CFF9C6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20707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D1E738-7C89-CD8A-2CBF-EA558B91EFC9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EC0F271-6BB6-0CE5-B1AF-803D68B7055F}"/>
                </a:ext>
              </a:extLst>
            </p:cNvPr>
            <p:cNvGrpSpPr/>
            <p:nvPr/>
          </p:nvGrpSpPr>
          <p:grpSpPr>
            <a:xfrm>
              <a:off x="5699616" y="2895107"/>
              <a:ext cx="185121" cy="288571"/>
              <a:chOff x="5756878" y="3132633"/>
              <a:chExt cx="205772" cy="320762"/>
            </a:xfrm>
            <a:solidFill>
              <a:schemeClr val="bg1">
                <a:lumMod val="65000"/>
              </a:schemeClr>
            </a:solidFill>
          </p:grpSpPr>
          <p:sp>
            <p:nvSpPr>
              <p:cNvPr id="93" name="Round Same Side Corner Rectangle 92">
                <a:extLst>
                  <a:ext uri="{FF2B5EF4-FFF2-40B4-BE49-F238E27FC236}">
                    <a16:creationId xmlns:a16="http://schemas.microsoft.com/office/drawing/2014/main" id="{FFC6BC21-755C-3D49-B709-5182A8BC449B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2442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C0E5C385-B9E9-BDE1-30DF-6B8696A25C92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250A0E1-C6D9-3F26-A603-9C87889BEE38}"/>
                </a:ext>
              </a:extLst>
            </p:cNvPr>
            <p:cNvGrpSpPr/>
            <p:nvPr/>
          </p:nvGrpSpPr>
          <p:grpSpPr>
            <a:xfrm>
              <a:off x="5491226" y="2928443"/>
              <a:ext cx="185121" cy="268022"/>
              <a:chOff x="5756878" y="3132633"/>
              <a:chExt cx="205772" cy="297920"/>
            </a:xfrm>
            <a:solidFill>
              <a:schemeClr val="bg1">
                <a:lumMod val="65000"/>
              </a:schemeClr>
            </a:solidFill>
          </p:grpSpPr>
          <p:sp>
            <p:nvSpPr>
              <p:cNvPr id="91" name="Round Same Side Corner Rectangle 90">
                <a:extLst>
                  <a:ext uri="{FF2B5EF4-FFF2-40B4-BE49-F238E27FC236}">
                    <a16:creationId xmlns:a16="http://schemas.microsoft.com/office/drawing/2014/main" id="{9CFEAC49-4580-DF60-6F31-8D577C805B81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015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B3E2F654-A083-DE43-8AF3-9E22ADFC0D9C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A1C863E-2BA5-F085-7503-73BBCEA0CCB1}"/>
                </a:ext>
              </a:extLst>
            </p:cNvPr>
            <p:cNvGrpSpPr/>
            <p:nvPr/>
          </p:nvGrpSpPr>
          <p:grpSpPr>
            <a:xfrm>
              <a:off x="5601856" y="3001156"/>
              <a:ext cx="185121" cy="280160"/>
              <a:chOff x="5756878" y="3132633"/>
              <a:chExt cx="205772" cy="311412"/>
            </a:xfrm>
            <a:solidFill>
              <a:schemeClr val="bg1">
                <a:lumMod val="65000"/>
              </a:schemeClr>
            </a:solidFill>
          </p:grpSpPr>
          <p:sp>
            <p:nvSpPr>
              <p:cNvPr id="88" name="Round Same Side Corner Rectangle 87">
                <a:extLst>
                  <a:ext uri="{FF2B5EF4-FFF2-40B4-BE49-F238E27FC236}">
                    <a16:creationId xmlns:a16="http://schemas.microsoft.com/office/drawing/2014/main" id="{215FCAD8-6F01-D2BD-EFA6-904161A5CAFB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21507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3A90BA0-1FBA-4D78-2F5F-48AF8DDF2E12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9E5660E-ED8F-70F5-D3D3-A87AA1171429}"/>
                </a:ext>
              </a:extLst>
            </p:cNvPr>
            <p:cNvGrpSpPr/>
            <p:nvPr/>
          </p:nvGrpSpPr>
          <p:grpSpPr>
            <a:xfrm>
              <a:off x="5999069" y="2947267"/>
              <a:ext cx="185121" cy="253955"/>
              <a:chOff x="5756878" y="3132633"/>
              <a:chExt cx="205772" cy="282284"/>
            </a:xfrm>
            <a:solidFill>
              <a:schemeClr val="bg1">
                <a:lumMod val="65000"/>
              </a:schemeClr>
            </a:solidFill>
          </p:grpSpPr>
          <p:sp>
            <p:nvSpPr>
              <p:cNvPr id="84" name="Round Same Side Corner Rectangle 83">
                <a:extLst>
                  <a:ext uri="{FF2B5EF4-FFF2-40B4-BE49-F238E27FC236}">
                    <a16:creationId xmlns:a16="http://schemas.microsoft.com/office/drawing/2014/main" id="{91665906-C8AE-5AD4-AA61-E21A76C4C3BB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18594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F77E74E1-1E37-3C84-0234-45E2B014EABC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15F981F-BA02-F085-97BE-08B0C9147304}"/>
                </a:ext>
              </a:extLst>
            </p:cNvPr>
            <p:cNvGrpSpPr/>
            <p:nvPr/>
          </p:nvGrpSpPr>
          <p:grpSpPr>
            <a:xfrm>
              <a:off x="5434055" y="3077986"/>
              <a:ext cx="185121" cy="255764"/>
              <a:chOff x="5756878" y="3132633"/>
              <a:chExt cx="205772" cy="284295"/>
            </a:xfrm>
          </p:grpSpPr>
          <p:sp>
            <p:nvSpPr>
              <p:cNvPr id="57" name="Round Same Side Corner Rectangle 56">
                <a:extLst>
                  <a:ext uri="{FF2B5EF4-FFF2-40B4-BE49-F238E27FC236}">
                    <a16:creationId xmlns:a16="http://schemas.microsoft.com/office/drawing/2014/main" id="{31736D8D-9DE9-BE56-2F5D-509F3AA23E3D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18795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68A229C-93CD-FD75-F9D6-9A30A8745B6C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E9BF168-F293-1F3F-F179-F18E94FEB207}"/>
                </a:ext>
              </a:extLst>
            </p:cNvPr>
            <p:cNvGrpSpPr/>
            <p:nvPr/>
          </p:nvGrpSpPr>
          <p:grpSpPr>
            <a:xfrm>
              <a:off x="5545106" y="3156545"/>
              <a:ext cx="185121" cy="240699"/>
              <a:chOff x="5756878" y="3132633"/>
              <a:chExt cx="205772" cy="267550"/>
            </a:xfrm>
          </p:grpSpPr>
          <p:sp>
            <p:nvSpPr>
              <p:cNvPr id="55" name="Round Same Side Corner Rectangle 54">
                <a:extLst>
                  <a:ext uri="{FF2B5EF4-FFF2-40B4-BE49-F238E27FC236}">
                    <a16:creationId xmlns:a16="http://schemas.microsoft.com/office/drawing/2014/main" id="{62D9F00B-7A3A-38C0-61EB-D6F252C41783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17120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DBFC064-A80B-6EB9-CF18-C18B613FAF22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2752573-38D0-A6D9-31AA-3E69C0AA215A}"/>
                </a:ext>
              </a:extLst>
            </p:cNvPr>
            <p:cNvGrpSpPr/>
            <p:nvPr/>
          </p:nvGrpSpPr>
          <p:grpSpPr>
            <a:xfrm>
              <a:off x="5663641" y="3205024"/>
              <a:ext cx="185121" cy="225753"/>
              <a:chOff x="5735704" y="3201443"/>
              <a:chExt cx="205772" cy="250936"/>
            </a:xfrm>
          </p:grpSpPr>
          <p:sp>
            <p:nvSpPr>
              <p:cNvPr id="53" name="Round Same Side Corner Rectangle 52">
                <a:extLst>
                  <a:ext uri="{FF2B5EF4-FFF2-40B4-BE49-F238E27FC236}">
                    <a16:creationId xmlns:a16="http://schemas.microsoft.com/office/drawing/2014/main" id="{4D35E8C2-FDDD-EF2E-0C28-063CC2D45124}"/>
                  </a:ext>
                </a:extLst>
              </p:cNvPr>
              <p:cNvSpPr/>
              <p:nvPr/>
            </p:nvSpPr>
            <p:spPr>
              <a:xfrm>
                <a:off x="5735704" y="3308378"/>
                <a:ext cx="205772" cy="14400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38342F8-A9B1-6F86-BA6A-D17A60BD2980}"/>
                  </a:ext>
                </a:extLst>
              </p:cNvPr>
              <p:cNvSpPr/>
              <p:nvPr/>
            </p:nvSpPr>
            <p:spPr>
              <a:xfrm>
                <a:off x="5781370" y="3201443"/>
                <a:ext cx="122360" cy="118567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5D179BE-AC06-E57F-92AA-912C889D6A9D}"/>
                </a:ext>
              </a:extLst>
            </p:cNvPr>
            <p:cNvGrpSpPr/>
            <p:nvPr/>
          </p:nvGrpSpPr>
          <p:grpSpPr>
            <a:xfrm>
              <a:off x="6037158" y="3090728"/>
              <a:ext cx="185121" cy="276332"/>
              <a:chOff x="5757586" y="3111459"/>
              <a:chExt cx="205772" cy="307159"/>
            </a:xfrm>
          </p:grpSpPr>
          <p:sp>
            <p:nvSpPr>
              <p:cNvPr id="51" name="Round Same Side Corner Rectangle 50">
                <a:extLst>
                  <a:ext uri="{FF2B5EF4-FFF2-40B4-BE49-F238E27FC236}">
                    <a16:creationId xmlns:a16="http://schemas.microsoft.com/office/drawing/2014/main" id="{E2BD2AC3-CECC-981C-3DA9-8E0EB7BDC34D}"/>
                  </a:ext>
                </a:extLst>
              </p:cNvPr>
              <p:cNvSpPr/>
              <p:nvPr/>
            </p:nvSpPr>
            <p:spPr>
              <a:xfrm>
                <a:off x="5757586" y="3207788"/>
                <a:ext cx="205772" cy="21083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DE325FE-EB01-4103-FA50-BB075C3208C5}"/>
                  </a:ext>
                </a:extLst>
              </p:cNvPr>
              <p:cNvSpPr/>
              <p:nvPr/>
            </p:nvSpPr>
            <p:spPr>
              <a:xfrm>
                <a:off x="5799723" y="3111459"/>
                <a:ext cx="122360" cy="118566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901296B-0A39-0026-61F9-B900B73EFF22}"/>
              </a:ext>
            </a:extLst>
          </p:cNvPr>
          <p:cNvGrpSpPr>
            <a:grpSpLocks noChangeAspect="1"/>
          </p:cNvGrpSpPr>
          <p:nvPr/>
        </p:nvGrpSpPr>
        <p:grpSpPr>
          <a:xfrm>
            <a:off x="6139194" y="2789016"/>
            <a:ext cx="536372" cy="706016"/>
            <a:chOff x="8253642" y="4609518"/>
            <a:chExt cx="952784" cy="1267042"/>
          </a:xfrm>
        </p:grpSpPr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24C05357-DC1C-4CD1-37E0-3E44CFE23D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3642" y="5234173"/>
              <a:ext cx="952784" cy="642387"/>
            </a:xfrm>
            <a:custGeom>
              <a:avLst/>
              <a:gdLst>
                <a:gd name="csX0" fmla="*/ 854404 w 855820"/>
                <a:gd name="csY0" fmla="*/ 437483 h 577013"/>
                <a:gd name="csX1" fmla="*/ 854499 w 855820"/>
                <a:gd name="csY1" fmla="*/ 437483 h 577013"/>
                <a:gd name="csX2" fmla="*/ 852880 w 855820"/>
                <a:gd name="csY2" fmla="*/ 281178 h 577013"/>
                <a:gd name="csX3" fmla="*/ 636376 w 855820"/>
                <a:gd name="csY3" fmla="*/ 49911 h 577013"/>
                <a:gd name="csX4" fmla="*/ 632281 w 855820"/>
                <a:gd name="csY4" fmla="*/ 158687 h 577013"/>
                <a:gd name="csX5" fmla="*/ 647902 w 855820"/>
                <a:gd name="csY5" fmla="*/ 263557 h 577013"/>
                <a:gd name="csX6" fmla="*/ 554366 w 855820"/>
                <a:gd name="csY6" fmla="*/ 286607 h 577013"/>
                <a:gd name="csX7" fmla="*/ 516647 w 855820"/>
                <a:gd name="csY7" fmla="*/ 198120 h 577013"/>
                <a:gd name="csX8" fmla="*/ 599419 w 855820"/>
                <a:gd name="csY8" fmla="*/ 143256 h 577013"/>
                <a:gd name="csX9" fmla="*/ 594562 w 855820"/>
                <a:gd name="csY9" fmla="*/ 24384 h 577013"/>
                <a:gd name="csX10" fmla="*/ 546175 w 855820"/>
                <a:gd name="csY10" fmla="*/ 0 h 577013"/>
                <a:gd name="csX11" fmla="*/ 467593 w 855820"/>
                <a:gd name="csY11" fmla="*/ 139446 h 577013"/>
                <a:gd name="csX12" fmla="*/ 430827 w 855820"/>
                <a:gd name="csY12" fmla="*/ 162592 h 577013"/>
                <a:gd name="csX13" fmla="*/ 393584 w 855820"/>
                <a:gd name="csY13" fmla="*/ 145447 h 577013"/>
                <a:gd name="csX14" fmla="*/ 314717 w 855820"/>
                <a:gd name="csY14" fmla="*/ 6382 h 577013"/>
                <a:gd name="csX15" fmla="*/ 268807 w 855820"/>
                <a:gd name="csY15" fmla="*/ 21717 h 577013"/>
                <a:gd name="csX16" fmla="*/ 262139 w 855820"/>
                <a:gd name="csY16" fmla="*/ 69342 h 577013"/>
                <a:gd name="csX17" fmla="*/ 311669 w 855820"/>
                <a:gd name="csY17" fmla="*/ 127445 h 577013"/>
                <a:gd name="csX18" fmla="*/ 345959 w 855820"/>
                <a:gd name="csY18" fmla="*/ 303848 h 577013"/>
                <a:gd name="csX19" fmla="*/ 264806 w 855820"/>
                <a:gd name="csY19" fmla="*/ 391096 h 577013"/>
                <a:gd name="csX20" fmla="*/ 251947 w 855820"/>
                <a:gd name="csY20" fmla="*/ 358616 h 577013"/>
                <a:gd name="csX21" fmla="*/ 304335 w 855820"/>
                <a:gd name="csY21" fmla="*/ 339947 h 577013"/>
                <a:gd name="csX22" fmla="*/ 315955 w 855820"/>
                <a:gd name="csY22" fmla="*/ 317468 h 577013"/>
                <a:gd name="csX23" fmla="*/ 278141 w 855820"/>
                <a:gd name="csY23" fmla="*/ 127064 h 577013"/>
                <a:gd name="csX24" fmla="*/ 239470 w 855820"/>
                <a:gd name="csY24" fmla="*/ 99822 h 577013"/>
                <a:gd name="csX25" fmla="*/ 207751 w 855820"/>
                <a:gd name="csY25" fmla="*/ 126968 h 577013"/>
                <a:gd name="csX26" fmla="*/ 170318 w 855820"/>
                <a:gd name="csY26" fmla="*/ 316421 h 577013"/>
                <a:gd name="csX27" fmla="*/ 185653 w 855820"/>
                <a:gd name="csY27" fmla="*/ 342519 h 577013"/>
                <a:gd name="csX28" fmla="*/ 215086 w 855820"/>
                <a:gd name="csY28" fmla="*/ 342519 h 577013"/>
                <a:gd name="csX29" fmla="*/ 234707 w 855820"/>
                <a:gd name="csY29" fmla="*/ 369189 h 577013"/>
                <a:gd name="csX30" fmla="*/ 216038 w 855820"/>
                <a:gd name="csY30" fmla="*/ 391859 h 577013"/>
                <a:gd name="csX31" fmla="*/ 139552 w 855820"/>
                <a:gd name="csY31" fmla="*/ 304038 h 577013"/>
                <a:gd name="csX32" fmla="*/ 174033 w 855820"/>
                <a:gd name="csY32" fmla="*/ 126016 h 577013"/>
                <a:gd name="csX33" fmla="*/ 215752 w 855820"/>
                <a:gd name="csY33" fmla="*/ 51054 h 577013"/>
                <a:gd name="csX34" fmla="*/ 69925 w 855820"/>
                <a:gd name="csY34" fmla="*/ 137827 h 577013"/>
                <a:gd name="csX35" fmla="*/ 2869 w 855820"/>
                <a:gd name="csY35" fmla="*/ 423291 h 577013"/>
                <a:gd name="csX36" fmla="*/ 11 w 855820"/>
                <a:gd name="csY36" fmla="*/ 493967 h 577013"/>
                <a:gd name="csX37" fmla="*/ 35730 w 855820"/>
                <a:gd name="csY37" fmla="*/ 534448 h 577013"/>
                <a:gd name="csX38" fmla="*/ 815923 w 855820"/>
                <a:gd name="csY38" fmla="*/ 535210 h 577013"/>
                <a:gd name="csX39" fmla="*/ 855642 w 855820"/>
                <a:gd name="csY39" fmla="*/ 492728 h 577013"/>
                <a:gd name="csX40" fmla="*/ 854213 w 855820"/>
                <a:gd name="csY40" fmla="*/ 437198 h 577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855820" h="577013">
                  <a:moveTo>
                    <a:pt x="854404" y="437483"/>
                  </a:moveTo>
                  <a:lnTo>
                    <a:pt x="854499" y="437483"/>
                  </a:lnTo>
                  <a:lnTo>
                    <a:pt x="852880" y="281178"/>
                  </a:lnTo>
                  <a:cubicBezTo>
                    <a:pt x="851356" y="139732"/>
                    <a:pt x="744580" y="115633"/>
                    <a:pt x="636376" y="49911"/>
                  </a:cubicBezTo>
                  <a:lnTo>
                    <a:pt x="632281" y="158687"/>
                  </a:lnTo>
                  <a:cubicBezTo>
                    <a:pt x="664761" y="185071"/>
                    <a:pt x="672476" y="230124"/>
                    <a:pt x="647902" y="263557"/>
                  </a:cubicBezTo>
                  <a:cubicBezTo>
                    <a:pt x="627994" y="290703"/>
                    <a:pt x="590752" y="303467"/>
                    <a:pt x="554366" y="286607"/>
                  </a:cubicBezTo>
                  <a:cubicBezTo>
                    <a:pt x="524267" y="272701"/>
                    <a:pt x="505122" y="236220"/>
                    <a:pt x="516647" y="198120"/>
                  </a:cubicBezTo>
                  <a:cubicBezTo>
                    <a:pt x="526363" y="165830"/>
                    <a:pt x="554366" y="143066"/>
                    <a:pt x="599419" y="143256"/>
                  </a:cubicBezTo>
                  <a:cubicBezTo>
                    <a:pt x="605325" y="100584"/>
                    <a:pt x="603801" y="64199"/>
                    <a:pt x="594562" y="24384"/>
                  </a:cubicBezTo>
                  <a:lnTo>
                    <a:pt x="546175" y="0"/>
                  </a:lnTo>
                  <a:lnTo>
                    <a:pt x="467593" y="139446"/>
                  </a:lnTo>
                  <a:cubicBezTo>
                    <a:pt x="461593" y="150114"/>
                    <a:pt x="441876" y="161830"/>
                    <a:pt x="430827" y="162592"/>
                  </a:cubicBezTo>
                  <a:cubicBezTo>
                    <a:pt x="421207" y="163259"/>
                    <a:pt x="398918" y="154877"/>
                    <a:pt x="393584" y="145447"/>
                  </a:cubicBezTo>
                  <a:lnTo>
                    <a:pt x="314717" y="6382"/>
                  </a:lnTo>
                  <a:cubicBezTo>
                    <a:pt x="305383" y="2477"/>
                    <a:pt x="279951" y="12192"/>
                    <a:pt x="268807" y="21717"/>
                  </a:cubicBezTo>
                  <a:cubicBezTo>
                    <a:pt x="259282" y="29908"/>
                    <a:pt x="255472" y="59341"/>
                    <a:pt x="262139" y="69342"/>
                  </a:cubicBezTo>
                  <a:cubicBezTo>
                    <a:pt x="289190" y="80772"/>
                    <a:pt x="306335" y="100394"/>
                    <a:pt x="311669" y="127445"/>
                  </a:cubicBezTo>
                  <a:lnTo>
                    <a:pt x="345959" y="303848"/>
                  </a:lnTo>
                  <a:cubicBezTo>
                    <a:pt x="356818" y="359664"/>
                    <a:pt x="288619" y="398145"/>
                    <a:pt x="264806" y="391096"/>
                  </a:cubicBezTo>
                  <a:cubicBezTo>
                    <a:pt x="256234" y="388525"/>
                    <a:pt x="249947" y="367379"/>
                    <a:pt x="251947" y="358616"/>
                  </a:cubicBezTo>
                  <a:cubicBezTo>
                    <a:pt x="258615" y="330708"/>
                    <a:pt x="298429" y="351282"/>
                    <a:pt x="304335" y="339947"/>
                  </a:cubicBezTo>
                  <a:lnTo>
                    <a:pt x="315955" y="317468"/>
                  </a:lnTo>
                  <a:lnTo>
                    <a:pt x="278141" y="127064"/>
                  </a:lnTo>
                  <a:cubicBezTo>
                    <a:pt x="272617" y="112967"/>
                    <a:pt x="253852" y="98298"/>
                    <a:pt x="239470" y="99822"/>
                  </a:cubicBezTo>
                  <a:cubicBezTo>
                    <a:pt x="229087" y="100965"/>
                    <a:pt x="213752" y="115824"/>
                    <a:pt x="207751" y="126968"/>
                  </a:cubicBezTo>
                  <a:lnTo>
                    <a:pt x="170318" y="316421"/>
                  </a:lnTo>
                  <a:cubicBezTo>
                    <a:pt x="172985" y="323564"/>
                    <a:pt x="178986" y="342519"/>
                    <a:pt x="185653" y="342519"/>
                  </a:cubicBezTo>
                  <a:lnTo>
                    <a:pt x="215086" y="342519"/>
                  </a:lnTo>
                  <a:cubicBezTo>
                    <a:pt x="223849" y="342519"/>
                    <a:pt x="236041" y="360426"/>
                    <a:pt x="234707" y="369189"/>
                  </a:cubicBezTo>
                  <a:cubicBezTo>
                    <a:pt x="233564" y="376714"/>
                    <a:pt x="223658" y="391478"/>
                    <a:pt x="216038" y="391859"/>
                  </a:cubicBezTo>
                  <a:cubicBezTo>
                    <a:pt x="189082" y="393383"/>
                    <a:pt x="129742" y="354711"/>
                    <a:pt x="139552" y="304038"/>
                  </a:cubicBezTo>
                  <a:lnTo>
                    <a:pt x="174033" y="126016"/>
                  </a:lnTo>
                  <a:cubicBezTo>
                    <a:pt x="184987" y="69628"/>
                    <a:pt x="247471" y="69914"/>
                    <a:pt x="215752" y="51054"/>
                  </a:cubicBezTo>
                  <a:lnTo>
                    <a:pt x="69925" y="137827"/>
                  </a:lnTo>
                  <a:cubicBezTo>
                    <a:pt x="-6371" y="183261"/>
                    <a:pt x="11" y="318230"/>
                    <a:pt x="2869" y="423291"/>
                  </a:cubicBezTo>
                  <a:cubicBezTo>
                    <a:pt x="392" y="436531"/>
                    <a:pt x="-84" y="458629"/>
                    <a:pt x="11" y="493967"/>
                  </a:cubicBezTo>
                  <a:cubicBezTo>
                    <a:pt x="11" y="513112"/>
                    <a:pt x="17918" y="530543"/>
                    <a:pt x="35730" y="534448"/>
                  </a:cubicBezTo>
                  <a:cubicBezTo>
                    <a:pt x="295000" y="590931"/>
                    <a:pt x="556557" y="591217"/>
                    <a:pt x="815923" y="535210"/>
                  </a:cubicBezTo>
                  <a:cubicBezTo>
                    <a:pt x="836401" y="530828"/>
                    <a:pt x="855166" y="515017"/>
                    <a:pt x="855642" y="492728"/>
                  </a:cubicBezTo>
                  <a:cubicBezTo>
                    <a:pt x="856118" y="471107"/>
                    <a:pt x="855642" y="452819"/>
                    <a:pt x="854213" y="437198"/>
                  </a:cubicBezTo>
                  <a:close/>
                </a:path>
              </a:pathLst>
            </a:custGeom>
            <a:solidFill>
              <a:srgbClr val="7F7F7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D79F943-756A-D765-E51F-9A169723DE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70476" y="4609518"/>
              <a:ext cx="694424" cy="642389"/>
            </a:xfrm>
            <a:custGeom>
              <a:avLst/>
              <a:gdLst>
                <a:gd name="csX0" fmla="*/ 447610 w 480566"/>
                <a:gd name="csY0" fmla="*/ 397304 h 444553"/>
                <a:gd name="csX1" fmla="*/ 431894 w 480566"/>
                <a:gd name="csY1" fmla="*/ 329295 h 444553"/>
                <a:gd name="csX2" fmla="*/ 243490 w 480566"/>
                <a:gd name="csY2" fmla="*/ 444548 h 444553"/>
                <a:gd name="csX3" fmla="*/ 49084 w 480566"/>
                <a:gd name="csY3" fmla="*/ 328438 h 444553"/>
                <a:gd name="csX4" fmla="*/ 47941 w 480566"/>
                <a:gd name="csY4" fmla="*/ 384064 h 444553"/>
                <a:gd name="csX5" fmla="*/ 23367 w 480566"/>
                <a:gd name="csY5" fmla="*/ 399209 h 444553"/>
                <a:gd name="csX6" fmla="*/ 3936 w 480566"/>
                <a:gd name="csY6" fmla="*/ 313770 h 444553"/>
                <a:gd name="csX7" fmla="*/ 7555 w 480566"/>
                <a:gd name="csY7" fmla="*/ 220139 h 444553"/>
                <a:gd name="csX8" fmla="*/ 602 w 480566"/>
                <a:gd name="csY8" fmla="*/ 196993 h 444553"/>
                <a:gd name="csX9" fmla="*/ 14509 w 480566"/>
                <a:gd name="csY9" fmla="*/ 179467 h 444553"/>
                <a:gd name="csX10" fmla="*/ 38226 w 480566"/>
                <a:gd name="csY10" fmla="*/ 128127 h 444553"/>
                <a:gd name="csX11" fmla="*/ 90137 w 480566"/>
                <a:gd name="csY11" fmla="*/ 68787 h 444553"/>
                <a:gd name="csX12" fmla="*/ 154431 w 480566"/>
                <a:gd name="csY12" fmla="*/ 25734 h 444553"/>
                <a:gd name="csX13" fmla="*/ 240823 w 480566"/>
                <a:gd name="csY13" fmla="*/ 13542 h 444553"/>
                <a:gd name="csX14" fmla="*/ 327595 w 480566"/>
                <a:gd name="csY14" fmla="*/ 25257 h 444553"/>
                <a:gd name="csX15" fmla="*/ 393604 w 480566"/>
                <a:gd name="csY15" fmla="*/ 66882 h 444553"/>
                <a:gd name="csX16" fmla="*/ 434371 w 480566"/>
                <a:gd name="csY16" fmla="*/ 85455 h 444553"/>
                <a:gd name="csX17" fmla="*/ 444658 w 480566"/>
                <a:gd name="csY17" fmla="*/ 125556 h 444553"/>
                <a:gd name="csX18" fmla="*/ 468565 w 480566"/>
                <a:gd name="csY18" fmla="*/ 145653 h 444553"/>
                <a:gd name="csX19" fmla="*/ 470185 w 480566"/>
                <a:gd name="csY19" fmla="*/ 176800 h 444553"/>
                <a:gd name="csX20" fmla="*/ 472090 w 480566"/>
                <a:gd name="csY20" fmla="*/ 224139 h 444553"/>
                <a:gd name="csX21" fmla="*/ 479329 w 480566"/>
                <a:gd name="csY21" fmla="*/ 238903 h 444553"/>
                <a:gd name="csX22" fmla="*/ 474090 w 480566"/>
                <a:gd name="csY22" fmla="*/ 257286 h 444553"/>
                <a:gd name="csX23" fmla="*/ 475804 w 480566"/>
                <a:gd name="csY23" fmla="*/ 285671 h 444553"/>
                <a:gd name="csX24" fmla="*/ 480567 w 480566"/>
                <a:gd name="csY24" fmla="*/ 364157 h 444553"/>
                <a:gd name="csX25" fmla="*/ 476757 w 480566"/>
                <a:gd name="csY25" fmla="*/ 391684 h 444553"/>
                <a:gd name="csX26" fmla="*/ 447515 w 480566"/>
                <a:gd name="csY26" fmla="*/ 397113 h 44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480566" h="444553">
                  <a:moveTo>
                    <a:pt x="447610" y="397304"/>
                  </a:moveTo>
                  <a:cubicBezTo>
                    <a:pt x="422274" y="385017"/>
                    <a:pt x="447610" y="350727"/>
                    <a:pt x="431894" y="329295"/>
                  </a:cubicBezTo>
                  <a:cubicBezTo>
                    <a:pt x="388555" y="402543"/>
                    <a:pt x="322642" y="443976"/>
                    <a:pt x="243490" y="444548"/>
                  </a:cubicBezTo>
                  <a:cubicBezTo>
                    <a:pt x="164337" y="445119"/>
                    <a:pt x="98710" y="403495"/>
                    <a:pt x="49084" y="328438"/>
                  </a:cubicBezTo>
                  <a:lnTo>
                    <a:pt x="47941" y="384064"/>
                  </a:lnTo>
                  <a:cubicBezTo>
                    <a:pt x="47751" y="391589"/>
                    <a:pt x="31082" y="400161"/>
                    <a:pt x="23367" y="399209"/>
                  </a:cubicBezTo>
                  <a:cubicBezTo>
                    <a:pt x="-1874" y="396066"/>
                    <a:pt x="5746" y="374539"/>
                    <a:pt x="3936" y="313770"/>
                  </a:cubicBezTo>
                  <a:cubicBezTo>
                    <a:pt x="3174" y="287195"/>
                    <a:pt x="6984" y="244332"/>
                    <a:pt x="7555" y="220139"/>
                  </a:cubicBezTo>
                  <a:cubicBezTo>
                    <a:pt x="7651" y="214519"/>
                    <a:pt x="-2541" y="200994"/>
                    <a:pt x="602" y="196993"/>
                  </a:cubicBezTo>
                  <a:lnTo>
                    <a:pt x="14509" y="179467"/>
                  </a:lnTo>
                  <a:cubicBezTo>
                    <a:pt x="20128" y="172323"/>
                    <a:pt x="-446" y="148130"/>
                    <a:pt x="38226" y="128127"/>
                  </a:cubicBezTo>
                  <a:cubicBezTo>
                    <a:pt x="39845" y="97743"/>
                    <a:pt x="52799" y="69930"/>
                    <a:pt x="90137" y="68787"/>
                  </a:cubicBezTo>
                  <a:cubicBezTo>
                    <a:pt x="95947" y="35544"/>
                    <a:pt x="122522" y="16018"/>
                    <a:pt x="154431" y="25734"/>
                  </a:cubicBezTo>
                  <a:cubicBezTo>
                    <a:pt x="175195" y="-3127"/>
                    <a:pt x="211200" y="-8461"/>
                    <a:pt x="240823" y="13542"/>
                  </a:cubicBezTo>
                  <a:cubicBezTo>
                    <a:pt x="270826" y="-6651"/>
                    <a:pt x="307021" y="-5413"/>
                    <a:pt x="327595" y="25257"/>
                  </a:cubicBezTo>
                  <a:cubicBezTo>
                    <a:pt x="360171" y="16685"/>
                    <a:pt x="385888" y="36497"/>
                    <a:pt x="393604" y="66882"/>
                  </a:cubicBezTo>
                  <a:cubicBezTo>
                    <a:pt x="406843" y="71549"/>
                    <a:pt x="425893" y="78597"/>
                    <a:pt x="434371" y="85455"/>
                  </a:cubicBezTo>
                  <a:cubicBezTo>
                    <a:pt x="442276" y="91837"/>
                    <a:pt x="442753" y="113745"/>
                    <a:pt x="444658" y="125556"/>
                  </a:cubicBezTo>
                  <a:lnTo>
                    <a:pt x="468565" y="145653"/>
                  </a:lnTo>
                  <a:cubicBezTo>
                    <a:pt x="474185" y="150416"/>
                    <a:pt x="470375" y="168894"/>
                    <a:pt x="470185" y="176800"/>
                  </a:cubicBezTo>
                  <a:cubicBezTo>
                    <a:pt x="477995" y="194993"/>
                    <a:pt x="479995" y="208899"/>
                    <a:pt x="472090" y="224139"/>
                  </a:cubicBezTo>
                  <a:cubicBezTo>
                    <a:pt x="473899" y="227378"/>
                    <a:pt x="480281" y="235569"/>
                    <a:pt x="479329" y="238903"/>
                  </a:cubicBezTo>
                  <a:lnTo>
                    <a:pt x="474090" y="257286"/>
                  </a:lnTo>
                  <a:lnTo>
                    <a:pt x="475804" y="285671"/>
                  </a:lnTo>
                  <a:lnTo>
                    <a:pt x="480567" y="364157"/>
                  </a:lnTo>
                  <a:cubicBezTo>
                    <a:pt x="479614" y="375873"/>
                    <a:pt x="478948" y="385017"/>
                    <a:pt x="476757" y="391684"/>
                  </a:cubicBezTo>
                  <a:cubicBezTo>
                    <a:pt x="474566" y="398352"/>
                    <a:pt x="453897" y="400257"/>
                    <a:pt x="447515" y="397113"/>
                  </a:cubicBezTo>
                  <a:close/>
                </a:path>
              </a:pathLst>
            </a:custGeom>
            <a:solidFill>
              <a:srgbClr val="7F7F7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2ECBF89-7965-A087-4C68-8E4E9FFEC003}"/>
              </a:ext>
            </a:extLst>
          </p:cNvPr>
          <p:cNvGrpSpPr/>
          <p:nvPr/>
        </p:nvGrpSpPr>
        <p:grpSpPr>
          <a:xfrm>
            <a:off x="5637146" y="3070733"/>
            <a:ext cx="577256" cy="605239"/>
            <a:chOff x="624504" y="6025253"/>
            <a:chExt cx="1454548" cy="152505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2B5696C-4B3B-0E88-FCD3-596EEE4640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3810" y="6025253"/>
              <a:ext cx="736688" cy="752492"/>
            </a:xfrm>
            <a:custGeom>
              <a:avLst/>
              <a:gdLst>
                <a:gd name="csX0" fmla="*/ 218803 w 433353"/>
                <a:gd name="csY0" fmla="*/ 442635 h 442655"/>
                <a:gd name="csX1" fmla="*/ 14 w 433353"/>
                <a:gd name="csY1" fmla="*/ 223750 h 442655"/>
                <a:gd name="csX2" fmla="*/ 215279 w 433353"/>
                <a:gd name="csY2" fmla="*/ 8 h 442655"/>
                <a:gd name="csX3" fmla="*/ 433306 w 433353"/>
                <a:gd name="csY3" fmla="*/ 216607 h 442655"/>
                <a:gd name="csX4" fmla="*/ 218708 w 433353"/>
                <a:gd name="csY4" fmla="*/ 442635 h 442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353" h="442655">
                  <a:moveTo>
                    <a:pt x="218803" y="442635"/>
                  </a:moveTo>
                  <a:cubicBezTo>
                    <a:pt x="92216" y="444349"/>
                    <a:pt x="1348" y="339479"/>
                    <a:pt x="14" y="223750"/>
                  </a:cubicBezTo>
                  <a:cubicBezTo>
                    <a:pt x="-1319" y="108022"/>
                    <a:pt x="91168" y="1056"/>
                    <a:pt x="215279" y="8"/>
                  </a:cubicBezTo>
                  <a:cubicBezTo>
                    <a:pt x="338628" y="-1040"/>
                    <a:pt x="430925" y="99735"/>
                    <a:pt x="433306" y="216607"/>
                  </a:cubicBezTo>
                  <a:cubicBezTo>
                    <a:pt x="435688" y="333478"/>
                    <a:pt x="347772" y="440920"/>
                    <a:pt x="218708" y="442635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7DE5659-1810-EE27-73A1-EE83DAEF88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504" y="6660205"/>
              <a:ext cx="1454548" cy="890106"/>
            </a:xfrm>
            <a:custGeom>
              <a:avLst/>
              <a:gdLst>
                <a:gd name="csX0" fmla="*/ 855633 w 855634"/>
                <a:gd name="csY0" fmla="*/ 331375 h 415624"/>
                <a:gd name="csX1" fmla="*/ 815914 w 855634"/>
                <a:gd name="csY1" fmla="*/ 373856 h 415624"/>
                <a:gd name="csX2" fmla="*/ 35721 w 855634"/>
                <a:gd name="csY2" fmla="*/ 373094 h 415624"/>
                <a:gd name="csX3" fmla="*/ 2 w 855634"/>
                <a:gd name="csY3" fmla="*/ 332613 h 415624"/>
                <a:gd name="csX4" fmla="*/ 271274 w 855634"/>
                <a:gd name="csY4" fmla="*/ 0 h 415624"/>
                <a:gd name="csX5" fmla="*/ 587980 w 855634"/>
                <a:gd name="csY5" fmla="*/ 1143 h 415624"/>
                <a:gd name="csX6" fmla="*/ 855633 w 855634"/>
                <a:gd name="csY6" fmla="*/ 331470 h 415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55634" h="415624">
                  <a:moveTo>
                    <a:pt x="855633" y="331375"/>
                  </a:moveTo>
                  <a:cubicBezTo>
                    <a:pt x="855633" y="353663"/>
                    <a:pt x="836297" y="369380"/>
                    <a:pt x="815914" y="373856"/>
                  </a:cubicBezTo>
                  <a:cubicBezTo>
                    <a:pt x="556548" y="429768"/>
                    <a:pt x="294991" y="429578"/>
                    <a:pt x="35721" y="373094"/>
                  </a:cubicBezTo>
                  <a:cubicBezTo>
                    <a:pt x="17909" y="369189"/>
                    <a:pt x="97" y="351663"/>
                    <a:pt x="2" y="332613"/>
                  </a:cubicBezTo>
                  <a:cubicBezTo>
                    <a:pt x="-569" y="169354"/>
                    <a:pt x="113635" y="30766"/>
                    <a:pt x="271274" y="0"/>
                  </a:cubicBezTo>
                  <a:cubicBezTo>
                    <a:pt x="367762" y="73914"/>
                    <a:pt x="492064" y="76962"/>
                    <a:pt x="587980" y="1143"/>
                  </a:cubicBezTo>
                  <a:cubicBezTo>
                    <a:pt x="743524" y="32290"/>
                    <a:pt x="856109" y="170307"/>
                    <a:pt x="855633" y="331470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E2AC3A5-AD46-FA99-DA39-1AF0A493FA46}"/>
              </a:ext>
            </a:extLst>
          </p:cNvPr>
          <p:cNvGrpSpPr/>
          <p:nvPr/>
        </p:nvGrpSpPr>
        <p:grpSpPr>
          <a:xfrm>
            <a:off x="2898729" y="5996379"/>
            <a:ext cx="6444172" cy="284078"/>
            <a:chOff x="2898729" y="5996379"/>
            <a:chExt cx="6444172" cy="284078"/>
          </a:xfrm>
        </p:grpSpPr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C420794E-7EFA-8D95-2496-BC6485D0FDEA}"/>
                </a:ext>
              </a:extLst>
            </p:cNvPr>
            <p:cNvSpPr txBox="1"/>
            <p:nvPr/>
          </p:nvSpPr>
          <p:spPr>
            <a:xfrm>
              <a:off x="2898729" y="6006137"/>
              <a:ext cx="731520" cy="274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People</a:t>
              </a:r>
            </a:p>
          </p:txBody>
        </p: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D33B2E7-8EBD-A0D7-7C2D-7B5D12CC2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8293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521060E3-F93C-34F1-8CA0-460DD330F8BC}"/>
                </a:ext>
              </a:extLst>
            </p:cNvPr>
            <p:cNvSpPr txBox="1"/>
            <p:nvPr/>
          </p:nvSpPr>
          <p:spPr>
            <a:xfrm>
              <a:off x="4139078" y="6006137"/>
              <a:ext cx="731520" cy="274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Process</a:t>
              </a:r>
            </a:p>
            <a:p>
              <a:pPr algn="ctr"/>
              <a:endParaRPr lang="en-US" sz="1200" b="1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CE4CB2AC-0206-EC89-5195-252D6F7B3A7A}"/>
                </a:ext>
              </a:extLst>
            </p:cNvPr>
            <p:cNvSpPr txBox="1"/>
            <p:nvPr/>
          </p:nvSpPr>
          <p:spPr>
            <a:xfrm>
              <a:off x="5678614" y="5996379"/>
              <a:ext cx="814523" cy="199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Technology</a:t>
              </a: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8C81EBB7-CAE7-30F1-2109-F4D590D618ED}"/>
                </a:ext>
              </a:extLst>
            </p:cNvPr>
            <p:cNvSpPr txBox="1"/>
            <p:nvPr/>
          </p:nvSpPr>
          <p:spPr>
            <a:xfrm>
              <a:off x="7203458" y="6006137"/>
              <a:ext cx="841791" cy="270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Governance</a:t>
              </a:r>
            </a:p>
            <a:p>
              <a:pPr algn="ctr"/>
              <a:endParaRPr lang="en-US" sz="1200" b="1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663B5F84-75D3-66F7-295A-C9AF428CB2D0}"/>
                </a:ext>
              </a:extLst>
            </p:cNvPr>
            <p:cNvSpPr txBox="1"/>
            <p:nvPr/>
          </p:nvSpPr>
          <p:spPr>
            <a:xfrm>
              <a:off x="8611381" y="6006137"/>
              <a:ext cx="731520" cy="274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Policy</a:t>
              </a:r>
            </a:p>
            <a:p>
              <a:pPr algn="ctr"/>
              <a:endParaRPr lang="en-US" sz="1200" b="1" dirty="0"/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38490C1-EA6B-A15C-367E-5AF9619645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7048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38D4F17E-038D-7292-AF4C-CF9C6962D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5733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EEF69BD3-0CE0-C6CA-59DF-148D46D4C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3196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01961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CCOE">
      <a:dk1>
        <a:srgbClr val="000000"/>
      </a:dk1>
      <a:lt1>
        <a:srgbClr val="FFFFFF"/>
      </a:lt1>
      <a:dk2>
        <a:srgbClr val="333333"/>
      </a:dk2>
      <a:lt2>
        <a:srgbClr val="E8EFF5"/>
      </a:lt2>
      <a:accent1>
        <a:srgbClr val="24569C"/>
      </a:accent1>
      <a:accent2>
        <a:srgbClr val="F27D0B"/>
      </a:accent2>
      <a:accent3>
        <a:srgbClr val="00819E"/>
      </a:accent3>
      <a:accent4>
        <a:srgbClr val="2EBCEF"/>
      </a:accent4>
      <a:accent5>
        <a:srgbClr val="E0BA16"/>
      </a:accent5>
      <a:accent6>
        <a:srgbClr val="0DEBD8"/>
      </a:accent6>
      <a:hlink>
        <a:srgbClr val="376D9A"/>
      </a:hlink>
      <a:folHlink>
        <a:srgbClr val="D02BD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tervieweeProfile xmlns="88cc213c-7020-4e8a-8dc6-aa6c556252d4" xsi:nil="true"/>
    <TaxCatchAll xmlns="b5a44311-ed64-4a72-909f-c9dc6973bde2" xsi:nil="true"/>
    <lcf76f155ced4ddcb4097134ff3c332f xmlns="88cc213c-7020-4e8a-8dc6-aa6c556252d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497168066B954785C273696B48BED9" ma:contentTypeVersion="15" ma:contentTypeDescription="Create a new document." ma:contentTypeScope="" ma:versionID="ae7d4db040c3977ca25e1d811104fe92">
  <xsd:schema xmlns:xsd="http://www.w3.org/2001/XMLSchema" xmlns:xs="http://www.w3.org/2001/XMLSchema" xmlns:p="http://schemas.microsoft.com/office/2006/metadata/properties" xmlns:ns2="88cc213c-7020-4e8a-8dc6-aa6c556252d4" xmlns:ns3="b5a44311-ed64-4a72-909f-c9dc6973bde2" targetNamespace="http://schemas.microsoft.com/office/2006/metadata/properties" ma:root="true" ma:fieldsID="bd1d9af1e32d7e9da834be1ed09b6660" ns2:_="" ns3:_="">
    <xsd:import namespace="88cc213c-7020-4e8a-8dc6-aa6c556252d4"/>
    <xsd:import namespace="b5a44311-ed64-4a72-909f-c9dc6973b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IntervieweePro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213c-7020-4e8a-8dc6-aa6c556252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a1a638-fe8f-4e55-a8a3-ec1a1fdf4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ntervieweeProfile" ma:index="20" nillable="true" ma:displayName="Interviewee Profile" ma:format="Dropdown" ma:internalName="IntervieweeProfil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44311-ed64-4a72-909f-c9dc6973bde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895d376-07f5-4f99-9db7-9446c5890696}" ma:internalName="TaxCatchAll" ma:showField="CatchAllData" ma:web="6cbf2541-f9b2-4e1e-8533-6b1c0567e8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2AFA21-2535-44B6-87C8-3E9BF59340A5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b5a44311-ed64-4a72-909f-c9dc6973bde2"/>
    <ds:schemaRef ds:uri="88cc213c-7020-4e8a-8dc6-aa6c556252d4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5BAA40D-6F36-434A-9FD6-0D8C0BFD03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C18F5A-58C5-43CD-9081-92D213444089}">
  <ds:schemaRefs>
    <ds:schemaRef ds:uri="88cc213c-7020-4e8a-8dc6-aa6c556252d4"/>
    <ds:schemaRef ds:uri="b5a44311-ed64-4a72-909f-c9dc6973bd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53</Words>
  <Application>Microsoft Macintosh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Montserrat</vt:lpstr>
      <vt:lpstr>1_Office Theme</vt:lpstr>
      <vt:lpstr>PowerPoint Presentation</vt:lpstr>
    </vt:vector>
  </TitlesOfParts>
  <Company>The MITRE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Brown</dc:creator>
  <cp:lastModifiedBy>Elizabeth Meyers</cp:lastModifiedBy>
  <cp:revision>85</cp:revision>
  <dcterms:created xsi:type="dcterms:W3CDTF">2026-06-16T17:18:47Z</dcterms:created>
  <dcterms:modified xsi:type="dcterms:W3CDTF">2026-07-23T16:20:54Z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0x010100EB497168066B954785C273696B48BED9</vt:lpwstr>
  </property>
  <property fmtid="{D5CDD505-2E9C-101B-9397-08002B2CF9AE}" pid="3" name="MediaServiceImageTags">
    <vt:lpwstr/>
  </property>
</Properties>
</file>