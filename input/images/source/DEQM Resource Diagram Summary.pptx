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8078" autoAdjust="0"/>
  </p:normalViewPr>
  <p:slideViewPr>
    <p:cSldViewPr>
      <p:cViewPr varScale="1">
        <p:scale>
          <a:sx n="104" d="100"/>
          <a:sy n="104" d="100"/>
        </p:scale>
        <p:origin x="235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29DB5-F461-4E39-8AD0-94131C7924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BCCE4-7F70-4733-B15B-578428F7C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0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BCCE4-7F70-4733-B15B-578428F7CB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9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4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7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5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9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4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F4FF-8D24-D7D5-F9E4-FCB6219F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FDB1-BDD3-467F-8656-9EFEC3C0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82E5F0D-0DAE-4B5F-4E38-1B264EE607D1}"/>
              </a:ext>
            </a:extLst>
          </p:cNvPr>
          <p:cNvSpPr/>
          <p:nvPr/>
        </p:nvSpPr>
        <p:spPr>
          <a:xfrm>
            <a:off x="1676400" y="15240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CRMI Shareable Measure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D75CC1-123E-702F-7463-4F808AC55BFA}"/>
              </a:ext>
            </a:extLst>
          </p:cNvPr>
          <p:cNvSpPr/>
          <p:nvPr/>
        </p:nvSpPr>
        <p:spPr>
          <a:xfrm>
            <a:off x="1676400" y="313717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MeasureReport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0971783-3BE5-266F-3E11-CC59652D1FDF}"/>
              </a:ext>
            </a:extLst>
          </p:cNvPr>
          <p:cNvSpPr/>
          <p:nvPr/>
        </p:nvSpPr>
        <p:spPr>
          <a:xfrm>
            <a:off x="1676400" y="46482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Resources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017B81DB-A23E-C35C-96B9-C08AC8F19BC7}"/>
              </a:ext>
            </a:extLst>
          </p:cNvPr>
          <p:cNvSpPr/>
          <p:nvPr/>
        </p:nvSpPr>
        <p:spPr>
          <a:xfrm>
            <a:off x="1981200" y="4927058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340C1B5D-7211-BC97-BC29-5F71B7E1022D}"/>
              </a:ext>
            </a:extLst>
          </p:cNvPr>
          <p:cNvSpPr/>
          <p:nvPr/>
        </p:nvSpPr>
        <p:spPr>
          <a:xfrm>
            <a:off x="2476500" y="51054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441AE4F-C997-2832-59D9-A48ADABCA67D}"/>
              </a:ext>
            </a:extLst>
          </p:cNvPr>
          <p:cNvSpPr/>
          <p:nvPr/>
        </p:nvSpPr>
        <p:spPr>
          <a:xfrm>
            <a:off x="5943600" y="1752600"/>
            <a:ext cx="1524000" cy="8382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Organization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 Role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D4070F8-8F74-AA5D-A506-D2F29338A0CA}"/>
              </a:ext>
            </a:extLst>
          </p:cNvPr>
          <p:cNvSpPr/>
          <p:nvPr/>
        </p:nvSpPr>
        <p:spPr>
          <a:xfrm>
            <a:off x="5943599" y="4164434"/>
            <a:ext cx="1564937" cy="712366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Group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E2E13C-6B65-DE4C-D8B9-CFB815842534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V="1">
            <a:off x="2438400" y="2133600"/>
            <a:ext cx="0" cy="1003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1C52C1-1F04-AD92-22D7-030B4DA1EA3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438400" y="3746770"/>
            <a:ext cx="16213" cy="9014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42FAFB-17DA-47B6-AE7F-D318E8F75FA8}"/>
              </a:ext>
            </a:extLst>
          </p:cNvPr>
          <p:cNvSpPr txBox="1"/>
          <p:nvPr/>
        </p:nvSpPr>
        <p:spPr>
          <a:xfrm>
            <a:off x="1905000" y="266700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measure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0BE3F9-B731-A1FD-C2DE-2C949A478245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200400" y="2171700"/>
            <a:ext cx="2743200" cy="10341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7C5B5C-01E9-8325-8023-ABCE951A9D6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3200400" y="3441970"/>
            <a:ext cx="2743199" cy="10786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4C703B-DCDE-F203-2C62-EFD0BC2D6282}"/>
              </a:ext>
            </a:extLst>
          </p:cNvPr>
          <p:cNvSpPr txBox="1"/>
          <p:nvPr/>
        </p:nvSpPr>
        <p:spPr>
          <a:xfrm>
            <a:off x="3581400" y="2590800"/>
            <a:ext cx="1676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reporter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38EE44-F33F-ECF7-4B44-A2F9AC73B3CC}"/>
              </a:ext>
            </a:extLst>
          </p:cNvPr>
          <p:cNvSpPr txBox="1"/>
          <p:nvPr/>
        </p:nvSpPr>
        <p:spPr>
          <a:xfrm>
            <a:off x="1635463" y="4020473"/>
            <a:ext cx="16383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evaluatedResource</a:t>
            </a:r>
            <a:endParaRPr lang="en-US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98716-384A-6570-8F35-C6F7A5E5AD64}"/>
              </a:ext>
            </a:extLst>
          </p:cNvPr>
          <p:cNvSpPr txBox="1"/>
          <p:nvPr/>
        </p:nvSpPr>
        <p:spPr>
          <a:xfrm>
            <a:off x="3848100" y="377699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67953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21</Words>
  <Application>Microsoft Office PowerPoint</Application>
  <PresentationFormat>On-screen Show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UnitedHealth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J Michaelsen</dc:creator>
  <cp:lastModifiedBy>Jen Seeman</cp:lastModifiedBy>
  <cp:revision>15</cp:revision>
  <dcterms:created xsi:type="dcterms:W3CDTF">2019-02-26T23:10:25Z</dcterms:created>
  <dcterms:modified xsi:type="dcterms:W3CDTF">2026-06-01T18:30:44Z</dcterms:modified>
</cp:coreProperties>
</file>