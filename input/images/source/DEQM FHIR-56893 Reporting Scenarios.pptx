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4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C3BC4-82BF-33CB-0B36-0D9B49B14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99EFE-AF48-C80E-5BCB-6C60FCB8D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653CB-CB74-EE74-E611-79C2FF986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6FC-5882-4316-A442-4681808532F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3D7F-DF57-F88D-808D-B5F3D298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272AD-75F6-18EB-65FF-1E0059CDA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A843C-B661-43E4-A9A6-A294533B9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72B1-210B-3858-7E7F-601D2CAF7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93FDE-BE64-3395-B8A8-42F920479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90BAC-DEE9-6A8B-A214-E6AB8ECD9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6FC-5882-4316-A442-4681808532F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AFE3E-AF42-E2EF-9688-3B0460FC2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54C51-4D71-7575-852E-E617CF4B0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A843C-B661-43E4-A9A6-A294533B9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39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BC898-8008-846C-101D-AA0159525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C9AE1-75F8-C871-EDB3-6012C3122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91D3D-F442-C8C2-26BF-F4E95A443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6FC-5882-4316-A442-4681808532F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5998F-44F7-914F-BC0D-95D0B2857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233D2-41DA-7F49-81BB-E6FABC3E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A843C-B661-43E4-A9A6-A294533B9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75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F1FCF-8925-6E50-CC72-4D59B6FE3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FBD64-B0A1-A59C-6E31-5F84D29EF2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18A8E-6AF6-AFD6-FF2A-6B89034BF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FE194-BB69-EFCC-FF01-A7864A7F3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6FC-5882-4316-A442-4681808532F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6F150-1041-1EBC-3134-048F9DEAE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0BCD7-F888-D09E-B02D-EE545C964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A843C-B661-43E4-A9A6-A294533B9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684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772C3-D963-4BE5-0706-16E91AA38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8F569-0999-AF0F-2C0D-50AA609A2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38981-6072-A8C5-AA67-38959E71E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A3598-B377-411B-1186-03720C662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9ECC83-0E0E-4E49-FFA2-1F80515782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2E6511-2304-763F-0830-8D0649976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6FC-5882-4316-A442-4681808532F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2838BF-735A-961F-5222-9DD0E7DE5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9C3CA6-B1CB-3B6F-B796-959BC8B47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A843C-B661-43E4-A9A6-A294533B9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13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15A1-E29D-1322-1DCB-121E43DD4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C01BD1-84B4-90AB-77E2-66ED0CD89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6FC-5882-4316-A442-4681808532F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650E0-BC5E-A2F7-CB3A-B4C89285B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CBCB92-F28D-9FB4-720D-2D84FF82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A843C-B661-43E4-A9A6-A294533B9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296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8D9E5C-A4B5-7E19-68C8-E22EEFE95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6FC-5882-4316-A442-4681808532F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084312-558C-68EC-84E1-838578DDB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283CD-9B46-C284-DD69-F6BB7557C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A843C-B661-43E4-A9A6-A294533B9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33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67F-5361-5277-0E5A-C9D82D702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0C575-B3E1-2701-7E15-AF93E57FB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B616F-0692-45CA-AA9A-0314F95725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F4A28-357E-19BD-8126-6285DE0F7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6FC-5882-4316-A442-4681808532F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D0CD2-7B6D-57F3-CAC8-4A3971B5C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2F7FF-7140-50FE-D009-1392D1870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A843C-B661-43E4-A9A6-A294533B9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23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875FB-B615-64D2-09FF-386E502B4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E2BF70-AABE-DFAA-4EAE-A4CD4DD279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EC6DF-8A3C-37C8-5534-363D7C917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5B8D5-C396-C8E1-7C99-DCA48D0D4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6FC-5882-4316-A442-4681808532F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65B72-067C-CCE0-971E-07666F1B8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7795E-E738-2C4A-07FF-365B56F5F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A843C-B661-43E4-A9A6-A294533B9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3D19F-E33F-8856-4E93-C55C8442A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AFA60A-D33B-8863-3B71-AC965390E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FC2E5-E3D0-CD78-5CAE-753ED63C6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6FC-5882-4316-A442-4681808532F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3823D-9BCF-8161-FE3F-A797F0ACA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F3974-3229-44F8-27FD-1E9B60635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A843C-B661-43E4-A9A6-A294533B9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36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A3BCBF-8F67-106C-70E5-B21A71335C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C2AC2-C4D9-01CF-5428-7CBF9DF92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8BFED-E33D-F68B-80A6-7D5A40CB7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6FC-5882-4316-A442-4681808532F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BD046-4B69-F1FE-6709-C1326CCD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0DC27-D2E0-18D2-D392-ED2742851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A843C-B661-43E4-A9A6-A294533B9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14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5D726B-AC52-A748-15A1-DA8DF0B30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0E246-2966-BF36-B93C-58D3CA57A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3EBEA-DFF6-66BB-7D1B-E2109AF88F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0A56FC-5882-4316-A442-4681808532F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00168-5110-71D4-3325-8392EBC79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D2B1E-F00A-457F-4EB5-83C669832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CA843C-B661-43E4-A9A6-A294533B9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48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726786-4935-4A1E-3FCB-A5B50327A42B}"/>
              </a:ext>
            </a:extLst>
          </p:cNvPr>
          <p:cNvSpPr txBox="1">
            <a:spLocks/>
          </p:cNvSpPr>
          <p:nvPr/>
        </p:nvSpPr>
        <p:spPr>
          <a:xfrm>
            <a:off x="2401796" y="1637177"/>
            <a:ext cx="3566283" cy="183675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/>
              <a:t>1. Summary Reporting</a:t>
            </a:r>
          </a:p>
          <a:p>
            <a:pPr marL="728663" lvl="1" indent="-385763" algn="l">
              <a:buFont typeface="Arial" panose="020B0604020202020204" pitchFamily="34" charset="0"/>
              <a:buChar char="•"/>
            </a:pPr>
            <a:r>
              <a:rPr lang="en-US" sz="1800" dirty="0"/>
              <a:t>Population-level reporting without supporting data</a:t>
            </a:r>
          </a:p>
          <a:p>
            <a:pPr indent="-114300" algn="l"/>
            <a:r>
              <a:rPr lang="en-US" sz="2000" dirty="0"/>
              <a:t>2. Individual Reporting</a:t>
            </a:r>
          </a:p>
          <a:p>
            <a:pPr marL="728663" lvl="1" indent="-385763" algn="l">
              <a:buFont typeface="Arial" panose="020B0604020202020204" pitchFamily="34" charset="0"/>
              <a:buChar char="•"/>
            </a:pPr>
            <a:r>
              <a:rPr lang="en-US" sz="1800" dirty="0"/>
              <a:t>Population-level reporting with supporting data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89C4B6E-F85A-B226-45AE-A35D6428D3D5}"/>
              </a:ext>
            </a:extLst>
          </p:cNvPr>
          <p:cNvGrpSpPr/>
          <p:nvPr/>
        </p:nvGrpSpPr>
        <p:grpSpPr>
          <a:xfrm>
            <a:off x="5931854" y="1266092"/>
            <a:ext cx="3795347" cy="2693141"/>
            <a:chOff x="3794926" y="1677508"/>
            <a:chExt cx="2800542" cy="2471774"/>
          </a:xfrm>
        </p:grpSpPr>
        <p:pic>
          <p:nvPicPr>
            <p:cNvPr id="6" name="Picture 8" descr="Monthly Report Icons - Free SVG &amp; PNG Monthly Report Images ...">
              <a:extLst>
                <a:ext uri="{FF2B5EF4-FFF2-40B4-BE49-F238E27FC236}">
                  <a16:creationId xmlns:a16="http://schemas.microsoft.com/office/drawing/2014/main" id="{265640BD-D6A9-E4D4-91A7-47983A82A7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3470" y="2620160"/>
              <a:ext cx="313653" cy="3136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0" descr="Engine Gears Icon SVG Vector &amp; PNG Free Download | UXWing">
              <a:extLst>
                <a:ext uri="{FF2B5EF4-FFF2-40B4-BE49-F238E27FC236}">
                  <a16:creationId xmlns:a16="http://schemas.microsoft.com/office/drawing/2014/main" id="{831E9EFE-5EB3-43EE-6A49-09A754C320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2770" y="2379260"/>
              <a:ext cx="578462" cy="655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4" descr="Health Insurance Icon SVG Vector &amp; PNG Free Download | UXWing">
              <a:extLst>
                <a:ext uri="{FF2B5EF4-FFF2-40B4-BE49-F238E27FC236}">
                  <a16:creationId xmlns:a16="http://schemas.microsoft.com/office/drawing/2014/main" id="{B748892F-78D7-0B5A-B252-97CC34166C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3978" y="2452092"/>
              <a:ext cx="591490" cy="5784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8" descr="Database Icons - Free SVG &amp; PNG Database Images - Noun Project">
              <a:extLst>
                <a:ext uri="{FF2B5EF4-FFF2-40B4-BE49-F238E27FC236}">
                  <a16:creationId xmlns:a16="http://schemas.microsoft.com/office/drawing/2014/main" id="{B258AB7C-93FD-FA31-7359-2B61CE65A9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3538" y="2571750"/>
              <a:ext cx="578462" cy="5784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3287D00-5333-467B-1E07-424CB5D1B372}"/>
                </a:ext>
              </a:extLst>
            </p:cNvPr>
            <p:cNvSpPr txBox="1"/>
            <p:nvPr/>
          </p:nvSpPr>
          <p:spPr>
            <a:xfrm>
              <a:off x="3794926" y="1677508"/>
              <a:ext cx="97568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Reporting System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B964DA4-337F-E35E-6D92-D2DE909EFFDB}"/>
                </a:ext>
              </a:extLst>
            </p:cNvPr>
            <p:cNvSpPr txBox="1"/>
            <p:nvPr/>
          </p:nvSpPr>
          <p:spPr>
            <a:xfrm>
              <a:off x="6023044" y="1781383"/>
              <a:ext cx="55335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/>
                <a:t>Payer</a:t>
              </a:r>
            </a:p>
          </p:txBody>
        </p:sp>
        <p:sp>
          <p:nvSpPr>
            <p:cNvPr id="18" name="Left Brace 17">
              <a:extLst>
                <a:ext uri="{FF2B5EF4-FFF2-40B4-BE49-F238E27FC236}">
                  <a16:creationId xmlns:a16="http://schemas.microsoft.com/office/drawing/2014/main" id="{8D9DC016-8BE3-CCAE-3F0B-DAEFC827B6C1}"/>
                </a:ext>
              </a:extLst>
            </p:cNvPr>
            <p:cNvSpPr/>
            <p:nvPr/>
          </p:nvSpPr>
          <p:spPr>
            <a:xfrm rot="16200000">
              <a:off x="5215579" y="2726158"/>
              <a:ext cx="298029" cy="1870259"/>
            </a:xfrm>
            <a:prstGeom prst="leftBrace">
              <a:avLst>
                <a:gd name="adj1" fmla="val 57063"/>
                <a:gd name="adj2" fmla="val 50000"/>
              </a:avLst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0B9FC85-3F20-58EB-7C29-870B9AB0399B}"/>
                </a:ext>
              </a:extLst>
            </p:cNvPr>
            <p:cNvSpPr txBox="1"/>
            <p:nvPr/>
          </p:nvSpPr>
          <p:spPr>
            <a:xfrm>
              <a:off x="4950571" y="3895366"/>
              <a:ext cx="81945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/>
                <a:t>Reporting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3127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4551</TotalTime>
  <Words>22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 Seeman</dc:creator>
  <cp:lastModifiedBy>Jen Seeman</cp:lastModifiedBy>
  <cp:revision>4</cp:revision>
  <dcterms:created xsi:type="dcterms:W3CDTF">2026-05-18T17:41:24Z</dcterms:created>
  <dcterms:modified xsi:type="dcterms:W3CDTF">2026-06-01T16:05:04Z</dcterms:modified>
</cp:coreProperties>
</file>